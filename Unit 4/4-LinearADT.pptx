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8" r:id="rId2"/>
    <p:sldId id="319" r:id="rId3"/>
    <p:sldId id="266" r:id="rId4"/>
    <p:sldId id="306" r:id="rId5"/>
    <p:sldId id="309" r:id="rId6"/>
    <p:sldId id="330" r:id="rId7"/>
    <p:sldId id="320" r:id="rId8"/>
    <p:sldId id="304" r:id="rId9"/>
    <p:sldId id="305" r:id="rId10"/>
    <p:sldId id="321" r:id="rId11"/>
    <p:sldId id="307" r:id="rId12"/>
    <p:sldId id="322" r:id="rId13"/>
    <p:sldId id="310" r:id="rId14"/>
    <p:sldId id="312" r:id="rId15"/>
    <p:sldId id="313" r:id="rId16"/>
    <p:sldId id="314" r:id="rId17"/>
    <p:sldId id="315" r:id="rId18"/>
    <p:sldId id="316" r:id="rId19"/>
    <p:sldId id="317" r:id="rId20"/>
    <p:sldId id="318" r:id="rId21"/>
    <p:sldId id="323" r:id="rId22"/>
    <p:sldId id="331" r:id="rId23"/>
    <p:sldId id="326" r:id="rId24"/>
    <p:sldId id="327" r:id="rId25"/>
    <p:sldId id="324" r:id="rId26"/>
    <p:sldId id="339" r:id="rId27"/>
    <p:sldId id="340" r:id="rId28"/>
    <p:sldId id="341"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714" autoAdjust="0"/>
    <p:restoredTop sz="55272" autoAdjust="0"/>
  </p:normalViewPr>
  <p:slideViewPr>
    <p:cSldViewPr snapToGrid="0" snapToObjects="1" showGuides="1">
      <p:cViewPr varScale="1">
        <p:scale>
          <a:sx n="60" d="100"/>
          <a:sy n="60" d="100"/>
        </p:scale>
        <p:origin x="150" y="6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itty Wong" userId="934a16c2-3b82-4a04-8cf4-72a5c39a78f6" providerId="ADAL" clId="{6624BDA5-5E62-4DCD-AC58-5D64DFC703A6}"/>
    <pc:docChg chg="undo custSel addSld delSld modSld">
      <pc:chgData name="Kitty Wong" userId="934a16c2-3b82-4a04-8cf4-72a5c39a78f6" providerId="ADAL" clId="{6624BDA5-5E62-4DCD-AC58-5D64DFC703A6}" dt="2026-06-13T07:25:36.565" v="1484" actId="33524"/>
      <pc:docMkLst>
        <pc:docMk/>
      </pc:docMkLst>
      <pc:sldChg chg="modSp mod">
        <pc:chgData name="Kitty Wong" userId="934a16c2-3b82-4a04-8cf4-72a5c39a78f6" providerId="ADAL" clId="{6624BDA5-5E62-4DCD-AC58-5D64DFC703A6}" dt="2026-06-13T07:24:03.145" v="1483" actId="20577"/>
        <pc:sldMkLst>
          <pc:docMk/>
          <pc:sldMk cId="2017654964" sldId="307"/>
        </pc:sldMkLst>
        <pc:spChg chg="mod">
          <ac:chgData name="Kitty Wong" userId="934a16c2-3b82-4a04-8cf4-72a5c39a78f6" providerId="ADAL" clId="{6624BDA5-5E62-4DCD-AC58-5D64DFC703A6}" dt="2026-06-13T07:24:03.145" v="1483" actId="20577"/>
          <ac:spMkLst>
            <pc:docMk/>
            <pc:sldMk cId="2017654964" sldId="307"/>
            <ac:spMk id="3" creationId="{FB641A80-5CF8-427C-A487-3E271664F726}"/>
          </ac:spMkLst>
        </pc:spChg>
      </pc:sldChg>
      <pc:sldChg chg="modNotesTx">
        <pc:chgData name="Kitty Wong" userId="934a16c2-3b82-4a04-8cf4-72a5c39a78f6" providerId="ADAL" clId="{6624BDA5-5E62-4DCD-AC58-5D64DFC703A6}" dt="2026-06-13T07:22:46.408" v="1398" actId="20577"/>
        <pc:sldMkLst>
          <pc:docMk/>
          <pc:sldMk cId="2831706211" sldId="321"/>
        </pc:sldMkLst>
      </pc:sldChg>
      <pc:sldChg chg="modSp mod modNotesTx">
        <pc:chgData name="Kitty Wong" userId="934a16c2-3b82-4a04-8cf4-72a5c39a78f6" providerId="ADAL" clId="{6624BDA5-5E62-4DCD-AC58-5D64DFC703A6}" dt="2026-06-13T07:23:36.460" v="1471" actId="20577"/>
        <pc:sldMkLst>
          <pc:docMk/>
          <pc:sldMk cId="4006890299" sldId="322"/>
        </pc:sldMkLst>
        <pc:spChg chg="mod">
          <ac:chgData name="Kitty Wong" userId="934a16c2-3b82-4a04-8cf4-72a5c39a78f6" providerId="ADAL" clId="{6624BDA5-5E62-4DCD-AC58-5D64DFC703A6}" dt="2026-06-13T07:23:23.672" v="1412" actId="20577"/>
          <ac:spMkLst>
            <pc:docMk/>
            <pc:sldMk cId="4006890299" sldId="322"/>
            <ac:spMk id="3" creationId="{960D0F4E-DFA3-4FD1-AB70-5FAD33EA359F}"/>
          </ac:spMkLst>
        </pc:spChg>
      </pc:sldChg>
      <pc:sldChg chg="modSp mod">
        <pc:chgData name="Kitty Wong" userId="934a16c2-3b82-4a04-8cf4-72a5c39a78f6" providerId="ADAL" clId="{6624BDA5-5E62-4DCD-AC58-5D64DFC703A6}" dt="2026-06-13T07:25:36.565" v="1484" actId="33524"/>
        <pc:sldMkLst>
          <pc:docMk/>
          <pc:sldMk cId="3901758712" sldId="341"/>
        </pc:sldMkLst>
        <pc:spChg chg="mod">
          <ac:chgData name="Kitty Wong" userId="934a16c2-3b82-4a04-8cf4-72a5c39a78f6" providerId="ADAL" clId="{6624BDA5-5E62-4DCD-AC58-5D64DFC703A6}" dt="2026-06-13T07:25:36.565" v="1484" actId="33524"/>
          <ac:spMkLst>
            <pc:docMk/>
            <pc:sldMk cId="3901758712" sldId="341"/>
            <ac:spMk id="3" creationId="{644B3CBA-9A22-4532-AA59-E1C1CF07CEE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7C5150-9119-490A-A216-3D2FA22F7FFC}" type="datetimeFigureOut">
              <a:rPr lang="en-CA" smtClean="0"/>
              <a:t>2026-06-13</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DF01B0-FE71-4C35-BC11-34BCAF52C437}" type="slidenum">
              <a:rPr lang="en-CA" smtClean="0"/>
              <a:t>‹#›</a:t>
            </a:fld>
            <a:endParaRPr lang="en-CA"/>
          </a:p>
        </p:txBody>
      </p:sp>
    </p:spTree>
    <p:extLst>
      <p:ext uri="{BB962C8B-B14F-4D97-AF65-F5344CB8AC3E}">
        <p14:creationId xmlns:p14="http://schemas.microsoft.com/office/powerpoint/2010/main" val="25187155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official term is “Linear” but us SD are lazy and most people just call it “Lists” – but not really the same thing!</a:t>
            </a:r>
          </a:p>
        </p:txBody>
      </p:sp>
      <p:sp>
        <p:nvSpPr>
          <p:cNvPr id="4" name="Slide Number Placeholder 3"/>
          <p:cNvSpPr>
            <a:spLocks noGrp="1"/>
          </p:cNvSpPr>
          <p:nvPr>
            <p:ph type="sldNum" sz="quarter" idx="10"/>
          </p:nvPr>
        </p:nvSpPr>
        <p:spPr/>
        <p:txBody>
          <a:bodyPr/>
          <a:lstStyle/>
          <a:p>
            <a:fld id="{D9DF01B0-FE71-4C35-BC11-34BCAF52C437}" type="slidenum">
              <a:rPr lang="en-CA" smtClean="0"/>
              <a:t>1</a:t>
            </a:fld>
            <a:endParaRPr lang="en-CA"/>
          </a:p>
        </p:txBody>
      </p:sp>
    </p:spTree>
    <p:extLst>
      <p:ext uri="{BB962C8B-B14F-4D97-AF65-F5344CB8AC3E}">
        <p14:creationId xmlns:p14="http://schemas.microsoft.com/office/powerpoint/2010/main" val="18844586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types of complex ADTs are commonly referred to as Data Structures, and implementations of common ADTs are usually called Data Types.</a:t>
            </a:r>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2</a:t>
            </a:fld>
            <a:endParaRPr lang="en-CA"/>
          </a:p>
        </p:txBody>
      </p:sp>
    </p:spTree>
    <p:extLst>
      <p:ext uri="{BB962C8B-B14F-4D97-AF65-F5344CB8AC3E}">
        <p14:creationId xmlns:p14="http://schemas.microsoft.com/office/powerpoint/2010/main" val="16568710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9DF01B0-FE71-4C35-BC11-34BCAF52C437}" type="slidenum">
              <a:rPr lang="en-CA" smtClean="0"/>
              <a:t>3</a:t>
            </a:fld>
            <a:endParaRPr lang="en-CA"/>
          </a:p>
        </p:txBody>
      </p:sp>
    </p:spTree>
    <p:extLst>
      <p:ext uri="{BB962C8B-B14F-4D97-AF65-F5344CB8AC3E}">
        <p14:creationId xmlns:p14="http://schemas.microsoft.com/office/powerpoint/2010/main" val="8944976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list is just one type of linear DS.</a:t>
            </a:r>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4</a:t>
            </a:fld>
            <a:endParaRPr lang="en-CA"/>
          </a:p>
        </p:txBody>
      </p:sp>
    </p:spTree>
    <p:extLst>
      <p:ext uri="{BB962C8B-B14F-4D97-AF65-F5344CB8AC3E}">
        <p14:creationId xmlns:p14="http://schemas.microsoft.com/office/powerpoint/2010/main" val="21230231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Add/remove operations can be implemented using any property – this is crucial for any collection of data that is dynamic (can change over time).</a:t>
            </a:r>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5</a:t>
            </a:fld>
            <a:endParaRPr lang="en-CA"/>
          </a:p>
        </p:txBody>
      </p:sp>
    </p:spTree>
    <p:extLst>
      <p:ext uri="{BB962C8B-B14F-4D97-AF65-F5344CB8AC3E}">
        <p14:creationId xmlns:p14="http://schemas.microsoft.com/office/powerpoint/2010/main" val="23329932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6</a:t>
            </a:fld>
            <a:endParaRPr lang="en-CA"/>
          </a:p>
        </p:txBody>
      </p:sp>
    </p:spTree>
    <p:extLst>
      <p:ext uri="{BB962C8B-B14F-4D97-AF65-F5344CB8AC3E}">
        <p14:creationId xmlns:p14="http://schemas.microsoft.com/office/powerpoint/2010/main" val="30097561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9DF01B0-FE71-4C35-BC11-34BCAF52C437}" type="slidenum">
              <a:rPr lang="en-CA" smtClean="0"/>
              <a:t>7</a:t>
            </a:fld>
            <a:endParaRPr lang="en-CA"/>
          </a:p>
        </p:txBody>
      </p:sp>
    </p:spTree>
    <p:extLst>
      <p:ext uri="{BB962C8B-B14F-4D97-AF65-F5344CB8AC3E}">
        <p14:creationId xmlns:p14="http://schemas.microsoft.com/office/powerpoint/2010/main" val="8944976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8</a:t>
            </a:fld>
            <a:endParaRPr lang="en-CA"/>
          </a:p>
        </p:txBody>
      </p:sp>
    </p:spTree>
    <p:extLst>
      <p:ext uri="{BB962C8B-B14F-4D97-AF65-F5344CB8AC3E}">
        <p14:creationId xmlns:p14="http://schemas.microsoft.com/office/powerpoint/2010/main" val="14143529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9</a:t>
            </a:fld>
            <a:endParaRPr lang="en-CA"/>
          </a:p>
        </p:txBody>
      </p:sp>
    </p:spTree>
    <p:extLst>
      <p:ext uri="{BB962C8B-B14F-4D97-AF65-F5344CB8AC3E}">
        <p14:creationId xmlns:p14="http://schemas.microsoft.com/office/powerpoint/2010/main" val="31741446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You already know SLL from OOP2, we’ll just quickly review this!</a:t>
            </a:r>
          </a:p>
        </p:txBody>
      </p:sp>
      <p:sp>
        <p:nvSpPr>
          <p:cNvPr id="4" name="Slide Number Placeholder 3"/>
          <p:cNvSpPr>
            <a:spLocks noGrp="1"/>
          </p:cNvSpPr>
          <p:nvPr>
            <p:ph type="sldNum" sz="quarter" idx="5"/>
          </p:nvPr>
        </p:nvSpPr>
        <p:spPr/>
        <p:txBody>
          <a:bodyPr/>
          <a:lstStyle/>
          <a:p>
            <a:fld id="{D9DF01B0-FE71-4C35-BC11-34BCAF52C437}" type="slidenum">
              <a:rPr lang="en-CA" smtClean="0"/>
              <a:t>10</a:t>
            </a:fld>
            <a:endParaRPr lang="en-CA"/>
          </a:p>
        </p:txBody>
      </p:sp>
    </p:spTree>
    <p:extLst>
      <p:ext uri="{BB962C8B-B14F-4D97-AF65-F5344CB8AC3E}">
        <p14:creationId xmlns:p14="http://schemas.microsoft.com/office/powerpoint/2010/main" val="5545740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11</a:t>
            </a:fld>
            <a:endParaRPr lang="en-CA"/>
          </a:p>
        </p:txBody>
      </p:sp>
    </p:spTree>
    <p:extLst>
      <p:ext uri="{BB962C8B-B14F-4D97-AF65-F5344CB8AC3E}">
        <p14:creationId xmlns:p14="http://schemas.microsoft.com/office/powerpoint/2010/main" val="5982582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This is specific for the </a:t>
            </a:r>
            <a:r>
              <a:rPr lang="en-CA" dirty="0" err="1"/>
              <a:t>SLLNode</a:t>
            </a:r>
            <a:r>
              <a:rPr lang="en-CA" dirty="0"/>
              <a:t> class from the last slide.</a:t>
            </a:r>
          </a:p>
        </p:txBody>
      </p:sp>
      <p:sp>
        <p:nvSpPr>
          <p:cNvPr id="4" name="Slide Number Placeholder 3"/>
          <p:cNvSpPr>
            <a:spLocks noGrp="1"/>
          </p:cNvSpPr>
          <p:nvPr>
            <p:ph type="sldNum" sz="quarter" idx="5"/>
          </p:nvPr>
        </p:nvSpPr>
        <p:spPr/>
        <p:txBody>
          <a:bodyPr/>
          <a:lstStyle/>
          <a:p>
            <a:fld id="{D9DF01B0-FE71-4C35-BC11-34BCAF52C437}" type="slidenum">
              <a:rPr lang="en-CA" smtClean="0"/>
              <a:t>12</a:t>
            </a:fld>
            <a:endParaRPr lang="en-CA"/>
          </a:p>
        </p:txBody>
      </p:sp>
    </p:spTree>
    <p:extLst>
      <p:ext uri="{BB962C8B-B14F-4D97-AF65-F5344CB8AC3E}">
        <p14:creationId xmlns:p14="http://schemas.microsoft.com/office/powerpoint/2010/main" val="22291494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Depending on the literature, some considers insertion to be strictly O(1) and others include the traversal time which makes it O(n).</a:t>
            </a:r>
          </a:p>
          <a:p>
            <a:endParaRPr lang="en-US" dirty="0"/>
          </a:p>
          <a:p>
            <a:r>
              <a:rPr lang="en-CA" dirty="0"/>
              <a:t>https://visualgo.net/en/list</a:t>
            </a:r>
          </a:p>
          <a:p>
            <a:r>
              <a:rPr lang="en-CA" dirty="0"/>
              <a:t>- Note that they call a node “vertex” and some calls a link “edge” (this are terminologies from graph theory)</a:t>
            </a:r>
          </a:p>
        </p:txBody>
      </p:sp>
      <p:sp>
        <p:nvSpPr>
          <p:cNvPr id="4" name="Slide Number Placeholder 3"/>
          <p:cNvSpPr>
            <a:spLocks noGrp="1"/>
          </p:cNvSpPr>
          <p:nvPr>
            <p:ph type="sldNum" sz="quarter" idx="5"/>
          </p:nvPr>
        </p:nvSpPr>
        <p:spPr/>
        <p:txBody>
          <a:bodyPr/>
          <a:lstStyle/>
          <a:p>
            <a:fld id="{D9DF01B0-FE71-4C35-BC11-34BCAF52C437}" type="slidenum">
              <a:rPr lang="en-CA" smtClean="0"/>
              <a:t>13</a:t>
            </a:fld>
            <a:endParaRPr lang="en-CA"/>
          </a:p>
        </p:txBody>
      </p:sp>
    </p:spTree>
    <p:extLst>
      <p:ext uri="{BB962C8B-B14F-4D97-AF65-F5344CB8AC3E}">
        <p14:creationId xmlns:p14="http://schemas.microsoft.com/office/powerpoint/2010/main" val="2638800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14</a:t>
            </a:fld>
            <a:endParaRPr lang="en-CA"/>
          </a:p>
        </p:txBody>
      </p:sp>
    </p:spTree>
    <p:extLst>
      <p:ext uri="{BB962C8B-B14F-4D97-AF65-F5344CB8AC3E}">
        <p14:creationId xmlns:p14="http://schemas.microsoft.com/office/powerpoint/2010/main" val="1927258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15</a:t>
            </a:fld>
            <a:endParaRPr lang="en-CA"/>
          </a:p>
        </p:txBody>
      </p:sp>
    </p:spTree>
    <p:extLst>
      <p:ext uri="{BB962C8B-B14F-4D97-AF65-F5344CB8AC3E}">
        <p14:creationId xmlns:p14="http://schemas.microsoft.com/office/powerpoint/2010/main" val="4478367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name is DOUBLY, not DOUBLE! “Double” linked list is 2 SLLs – one going from head to tail, and one going from tail to head.</a:t>
            </a:r>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16</a:t>
            </a:fld>
            <a:endParaRPr lang="en-CA"/>
          </a:p>
        </p:txBody>
      </p:sp>
    </p:spTree>
    <p:extLst>
      <p:ext uri="{BB962C8B-B14F-4D97-AF65-F5344CB8AC3E}">
        <p14:creationId xmlns:p14="http://schemas.microsoft.com/office/powerpoint/2010/main" val="28884847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17</a:t>
            </a:fld>
            <a:endParaRPr lang="en-CA"/>
          </a:p>
        </p:txBody>
      </p:sp>
    </p:spTree>
    <p:extLst>
      <p:ext uri="{BB962C8B-B14F-4D97-AF65-F5344CB8AC3E}">
        <p14:creationId xmlns:p14="http://schemas.microsoft.com/office/powerpoint/2010/main" val="12931910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18</a:t>
            </a:fld>
            <a:endParaRPr lang="en-CA"/>
          </a:p>
        </p:txBody>
      </p:sp>
    </p:spTree>
    <p:extLst>
      <p:ext uri="{BB962C8B-B14F-4D97-AF65-F5344CB8AC3E}">
        <p14:creationId xmlns:p14="http://schemas.microsoft.com/office/powerpoint/2010/main" val="15570281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https://visualgo.net/en/list – click on tab “DLL”</a:t>
            </a:r>
          </a:p>
        </p:txBody>
      </p:sp>
      <p:sp>
        <p:nvSpPr>
          <p:cNvPr id="4" name="Slide Number Placeholder 3"/>
          <p:cNvSpPr>
            <a:spLocks noGrp="1"/>
          </p:cNvSpPr>
          <p:nvPr>
            <p:ph type="sldNum" sz="quarter" idx="5"/>
          </p:nvPr>
        </p:nvSpPr>
        <p:spPr/>
        <p:txBody>
          <a:bodyPr/>
          <a:lstStyle/>
          <a:p>
            <a:fld id="{D9DF01B0-FE71-4C35-BC11-34BCAF52C437}" type="slidenum">
              <a:rPr lang="en-CA" smtClean="0"/>
              <a:t>19</a:t>
            </a:fld>
            <a:endParaRPr lang="en-CA"/>
          </a:p>
        </p:txBody>
      </p:sp>
    </p:spTree>
    <p:extLst>
      <p:ext uri="{BB962C8B-B14F-4D97-AF65-F5344CB8AC3E}">
        <p14:creationId xmlns:p14="http://schemas.microsoft.com/office/powerpoint/2010/main" val="20405156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20</a:t>
            </a:fld>
            <a:endParaRPr lang="en-CA"/>
          </a:p>
        </p:txBody>
      </p:sp>
    </p:spTree>
    <p:extLst>
      <p:ext uri="{BB962C8B-B14F-4D97-AF65-F5344CB8AC3E}">
        <p14:creationId xmlns:p14="http://schemas.microsoft.com/office/powerpoint/2010/main" val="13067822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complexity is ALWAYS a trade-off to space complexity!</a:t>
            </a:r>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21</a:t>
            </a:fld>
            <a:endParaRPr lang="en-CA"/>
          </a:p>
        </p:txBody>
      </p:sp>
    </p:spTree>
    <p:extLst>
      <p:ext uri="{BB962C8B-B14F-4D97-AF65-F5344CB8AC3E}">
        <p14:creationId xmlns:p14="http://schemas.microsoft.com/office/powerpoint/2010/main" val="301025009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22</a:t>
            </a:fld>
            <a:endParaRPr lang="en-CA"/>
          </a:p>
        </p:txBody>
      </p:sp>
    </p:spTree>
    <p:extLst>
      <p:ext uri="{BB962C8B-B14F-4D97-AF65-F5344CB8AC3E}">
        <p14:creationId xmlns:p14="http://schemas.microsoft.com/office/powerpoint/2010/main" val="14780752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to the interface, not the subclass! (Interface-based programming)</a:t>
            </a:r>
          </a:p>
          <a:p>
            <a:endParaRPr lang="en-US" dirty="0"/>
          </a:p>
          <a:p>
            <a:r>
              <a:rPr lang="en-US" dirty="0"/>
              <a:t>E.g. </a:t>
            </a:r>
          </a:p>
          <a:p>
            <a:r>
              <a:rPr lang="en-US" dirty="0"/>
              <a:t>List&lt;String&gt; </a:t>
            </a:r>
            <a:r>
              <a:rPr lang="en-US" dirty="0" err="1"/>
              <a:t>myStuff</a:t>
            </a:r>
            <a:r>
              <a:rPr lang="en-US" dirty="0"/>
              <a:t> = new </a:t>
            </a:r>
            <a:r>
              <a:rPr lang="en-US" dirty="0" err="1"/>
              <a:t>ArrayList</a:t>
            </a:r>
            <a:r>
              <a:rPr lang="en-US" dirty="0"/>
              <a:t>&lt;&gt;();</a:t>
            </a:r>
          </a:p>
          <a:p>
            <a:r>
              <a:rPr lang="en-US" dirty="0"/>
              <a:t>instead of:</a:t>
            </a:r>
          </a:p>
          <a:p>
            <a:r>
              <a:rPr lang="en-US" dirty="0" err="1"/>
              <a:t>ArrayList</a:t>
            </a:r>
            <a:r>
              <a:rPr lang="en-US" dirty="0"/>
              <a:t>&lt;String&gt; </a:t>
            </a:r>
            <a:r>
              <a:rPr lang="en-US" dirty="0" err="1"/>
              <a:t>myStuff</a:t>
            </a:r>
            <a:r>
              <a:rPr lang="en-US" dirty="0"/>
              <a:t> = </a:t>
            </a:r>
            <a:r>
              <a:rPr lang="en-US" dirty="0" err="1"/>
              <a:t>newArrayList</a:t>
            </a:r>
            <a:r>
              <a:rPr lang="en-US" dirty="0"/>
              <a:t>&lt;&gt;();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means you’re writing code according to the contract of the interface, not just someone’s implementation of it – which may not be that good or efficient! This also avoids problems in the future if there’s any changes in the implementation of a DS (but still adheres to the contract of the ADT) – maintainable and scalable!</a:t>
            </a:r>
          </a:p>
          <a:p>
            <a:endParaRPr lang="en-US" dirty="0"/>
          </a:p>
          <a:p>
            <a:r>
              <a:rPr lang="en-US" dirty="0"/>
              <a:t>In terms of testing using TDD – this allows flexibility and absolute correctness! As you’re writing tests based on the functionality of the interface and directed to the interface, you can simply refactor the test objects and import the correct classes to test each implementation as you go! (assignment 2 JUnit!)</a:t>
            </a:r>
          </a:p>
          <a:p>
            <a:endParaRPr lang="en-US" dirty="0"/>
          </a:p>
          <a:p>
            <a:r>
              <a:rPr lang="en-US" dirty="0"/>
              <a:t>https://www.infoworld.com/article/2076468/smarter-java-development.html</a:t>
            </a:r>
          </a:p>
          <a:p>
            <a:r>
              <a:rPr lang="en-CA" dirty="0"/>
              <a:t>https://stackoverflow.com/questions/383947/what-does-it-mean-to-program-to-an-interface</a:t>
            </a:r>
            <a:endParaRPr lang="en-US" dirty="0"/>
          </a:p>
          <a:p>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23</a:t>
            </a:fld>
            <a:endParaRPr lang="en-CA"/>
          </a:p>
        </p:txBody>
      </p:sp>
    </p:spTree>
    <p:extLst>
      <p:ext uri="{BB962C8B-B14F-4D97-AF65-F5344CB8AC3E}">
        <p14:creationId xmlns:p14="http://schemas.microsoft.com/office/powerpoint/2010/main" val="35853216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Array-based of LL-based?</a:t>
            </a:r>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24</a:t>
            </a:fld>
            <a:endParaRPr lang="en-CA"/>
          </a:p>
        </p:txBody>
      </p:sp>
    </p:spTree>
    <p:extLst>
      <p:ext uri="{BB962C8B-B14F-4D97-AF65-F5344CB8AC3E}">
        <p14:creationId xmlns:p14="http://schemas.microsoft.com/office/powerpoint/2010/main" val="32565092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Assignment Iterator interface – simplified version of the Java Iterator</a:t>
            </a:r>
          </a:p>
          <a:p>
            <a:endParaRPr lang="en-US" dirty="0"/>
          </a:p>
          <a:p>
            <a:r>
              <a:rPr lang="en-US" dirty="0"/>
              <a:t>“Proper sequence” can mean different things – for lists, it’s the logical order meaning just 1</a:t>
            </a:r>
            <a:r>
              <a:rPr lang="en-US" baseline="30000" dirty="0"/>
              <a:t>st</a:t>
            </a:r>
            <a:r>
              <a:rPr lang="en-US" dirty="0"/>
              <a:t> to last element.</a:t>
            </a:r>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25</a:t>
            </a:fld>
            <a:endParaRPr lang="en-CA"/>
          </a:p>
        </p:txBody>
      </p:sp>
    </p:spTree>
    <p:extLst>
      <p:ext uri="{BB962C8B-B14F-4D97-AF65-F5344CB8AC3E}">
        <p14:creationId xmlns:p14="http://schemas.microsoft.com/office/powerpoint/2010/main" val="241115424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iteration is a traversal, but a traversal does not have to be an iteration!</a:t>
            </a:r>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26</a:t>
            </a:fld>
            <a:endParaRPr lang="en-CA"/>
          </a:p>
        </p:txBody>
      </p:sp>
    </p:spTree>
    <p:extLst>
      <p:ext uri="{BB962C8B-B14F-4D97-AF65-F5344CB8AC3E}">
        <p14:creationId xmlns:p14="http://schemas.microsoft.com/office/powerpoint/2010/main" val="38968705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what if you don’t know (and don’t want to know) what the underlying structure is? How would you try to go through each element from one to another?</a:t>
            </a:r>
          </a:p>
          <a:p>
            <a:pPr marL="171450" indent="-171450">
              <a:buFontTx/>
              <a:buChar char="-"/>
            </a:pPr>
            <a:r>
              <a:rPr lang="en-US" dirty="0"/>
              <a:t>We don’t want to burden users with the intimate details of how the list was implemented (abstraction)</a:t>
            </a:r>
          </a:p>
          <a:p>
            <a:pPr marL="171450" indent="-171450">
              <a:buFontTx/>
              <a:buChar char="-"/>
            </a:pPr>
            <a:r>
              <a:rPr lang="en-US" dirty="0"/>
              <a:t>Separation of concerns/responsibility: user should not be responsible to knowing how to traverse the list! Only the data structure itself knows how to do it</a:t>
            </a:r>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27</a:t>
            </a:fld>
            <a:endParaRPr lang="en-CA"/>
          </a:p>
        </p:txBody>
      </p:sp>
    </p:spTree>
    <p:extLst>
      <p:ext uri="{BB962C8B-B14F-4D97-AF65-F5344CB8AC3E}">
        <p14:creationId xmlns:p14="http://schemas.microsoft.com/office/powerpoint/2010/main" val="51005966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dirty="0">
                <a:cs typeface="Times New Roman" panose="02020603050405020304" pitchFamily="18" charset="0"/>
                <a:sym typeface="Symbol" panose="05050102010706020507" pitchFamily="18" charset="2"/>
              </a:rPr>
              <a:t>Check out the </a:t>
            </a:r>
            <a:r>
              <a:rPr lang="en-US" dirty="0" err="1">
                <a:cs typeface="Times New Roman" panose="02020603050405020304" pitchFamily="18" charset="0"/>
                <a:sym typeface="Symbol" panose="05050102010706020507" pitchFamily="18" charset="2"/>
              </a:rPr>
              <a:t>SLLIterator</a:t>
            </a:r>
            <a:r>
              <a:rPr lang="en-US" dirty="0">
                <a:cs typeface="Times New Roman" panose="02020603050405020304" pitchFamily="18" charset="0"/>
                <a:sym typeface="Symbol" panose="05050102010706020507" pitchFamily="18" charset="2"/>
              </a:rPr>
              <a:t>!</a:t>
            </a:r>
          </a:p>
        </p:txBody>
      </p:sp>
      <p:sp>
        <p:nvSpPr>
          <p:cNvPr id="4" name="Slide Number Placeholder 3"/>
          <p:cNvSpPr>
            <a:spLocks noGrp="1"/>
          </p:cNvSpPr>
          <p:nvPr>
            <p:ph type="sldNum" sz="quarter" idx="5"/>
          </p:nvPr>
        </p:nvSpPr>
        <p:spPr/>
        <p:txBody>
          <a:bodyPr/>
          <a:lstStyle/>
          <a:p>
            <a:fld id="{D9DF01B0-FE71-4C35-BC11-34BCAF52C437}" type="slidenum">
              <a:rPr lang="en-CA" smtClean="0"/>
              <a:t>28</a:t>
            </a:fld>
            <a:endParaRPr lang="en-CA"/>
          </a:p>
        </p:txBody>
      </p:sp>
    </p:spTree>
    <p:extLst>
      <p:ext uri="{BB962C8B-B14F-4D97-AF65-F5344CB8AC3E}">
        <p14:creationId xmlns:p14="http://schemas.microsoft.com/office/powerpoint/2010/main" val="260285034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1">
    <p:spTree>
      <p:nvGrpSpPr>
        <p:cNvPr id="1" name=""/>
        <p:cNvGrpSpPr/>
        <p:nvPr/>
      </p:nvGrpSpPr>
      <p:grpSpPr>
        <a:xfrm>
          <a:off x="0" y="0"/>
          <a:ext cx="0" cy="0"/>
          <a:chOff x="0" y="0"/>
          <a:chExt cx="0" cy="0"/>
        </a:xfrm>
      </p:grpSpPr>
      <p:sp>
        <p:nvSpPr>
          <p:cNvPr id="2" name="Title 1"/>
          <p:cNvSpPr>
            <a:spLocks noGrp="1"/>
          </p:cNvSpPr>
          <p:nvPr>
            <p:ph type="ctrTitle"/>
          </p:nvPr>
        </p:nvSpPr>
        <p:spPr>
          <a:xfrm>
            <a:off x="3822672" y="1122363"/>
            <a:ext cx="6845328" cy="2387600"/>
          </a:xfrm>
        </p:spPr>
        <p:txBody>
          <a:bodyPr anchor="b">
            <a:normAutofit/>
          </a:bodyPr>
          <a:lstStyle>
            <a:lvl1pPr algn="l">
              <a:defRPr sz="5400" b="1" i="0">
                <a:solidFill>
                  <a:schemeClr val="accent1"/>
                </a:solidFill>
                <a:latin typeface="Verdana" charset="0"/>
                <a:ea typeface="Verdana" charset="0"/>
                <a:cs typeface="Verdana" charset="0"/>
              </a:defRPr>
            </a:lvl1pPr>
          </a:lstStyle>
          <a:p>
            <a:r>
              <a:rPr lang="en-US"/>
              <a:t>Click to edit Master title style</a:t>
            </a:r>
            <a:endParaRPr lang="en-US" dirty="0"/>
          </a:p>
        </p:txBody>
      </p:sp>
      <p:sp>
        <p:nvSpPr>
          <p:cNvPr id="3" name="Subtitle 2"/>
          <p:cNvSpPr>
            <a:spLocks noGrp="1"/>
          </p:cNvSpPr>
          <p:nvPr>
            <p:ph type="subTitle" idx="1"/>
          </p:nvPr>
        </p:nvSpPr>
        <p:spPr>
          <a:xfrm>
            <a:off x="3822672" y="3602038"/>
            <a:ext cx="6845328" cy="1655762"/>
          </a:xfrm>
        </p:spPr>
        <p:txBody>
          <a:bodyPr>
            <a:normAutofit/>
          </a:bodyPr>
          <a:lstStyle>
            <a:lvl1pPr marL="0" indent="0" algn="l">
              <a:buNone/>
              <a:defRPr sz="3000">
                <a:solidFill>
                  <a:schemeClr val="accent1"/>
                </a:solidFill>
                <a:latin typeface="Verdana" charset="0"/>
                <a:ea typeface="Verdana" charset="0"/>
                <a:cs typeface="Verdana"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3822672" y="6390216"/>
            <a:ext cx="1231900" cy="365125"/>
          </a:xfrm>
        </p:spPr>
        <p:txBody>
          <a:bodyPr anchor="b"/>
          <a:lstStyle>
            <a:lvl1pPr>
              <a:defRPr>
                <a:solidFill>
                  <a:schemeClr val="accent6"/>
                </a:solidFill>
              </a:defRPr>
            </a:lvl1pPr>
          </a:lstStyle>
          <a:p>
            <a:fld id="{E4A6AB35-C22C-4755-9BC8-96579CB63199}" type="datetime1">
              <a:rPr lang="en-US" smtClean="0"/>
              <a:t>6/13/2026</a:t>
            </a:fld>
            <a:endParaRPr lang="en-US" dirty="0"/>
          </a:p>
        </p:txBody>
      </p:sp>
      <p:sp>
        <p:nvSpPr>
          <p:cNvPr id="6" name="Slide Number Placeholder 5"/>
          <p:cNvSpPr>
            <a:spLocks noGrp="1"/>
          </p:cNvSpPr>
          <p:nvPr>
            <p:ph type="sldNum" sz="quarter" idx="12"/>
          </p:nvPr>
        </p:nvSpPr>
        <p:spPr>
          <a:xfrm>
            <a:off x="10477500" y="6390216"/>
            <a:ext cx="876300" cy="365125"/>
          </a:xfrm>
        </p:spPr>
        <p:txBody>
          <a:bodyPr anchor="b"/>
          <a:lstStyle>
            <a:lvl1pPr>
              <a:defRPr>
                <a:solidFill>
                  <a:schemeClr val="accent6"/>
                </a:solidFill>
              </a:defRPr>
            </a:lvl1pPr>
          </a:lstStyle>
          <a:p>
            <a:fld id="{FDDB6027-878D-A249-A7C0-2BF119D95C83}" type="slidenum">
              <a:rPr lang="en-US" smtClean="0"/>
              <a:pPr/>
              <a:t>‹#›</a:t>
            </a:fld>
            <a:endParaRPr lang="en-US"/>
          </a:p>
        </p:txBody>
      </p:sp>
      <p:pic>
        <p:nvPicPr>
          <p:cNvPr id="7" name="Picture 6" descr="sait_icon_wordmark_colour.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300" y="904252"/>
            <a:ext cx="3708372" cy="4718090"/>
          </a:xfrm>
          <a:prstGeom prst="rect">
            <a:avLst/>
          </a:prstGeom>
        </p:spPr>
      </p:pic>
    </p:spTree>
    <p:extLst>
      <p:ext uri="{BB962C8B-B14F-4D97-AF65-F5344CB8AC3E}">
        <p14:creationId xmlns:p14="http://schemas.microsoft.com/office/powerpoint/2010/main" val="12822792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Title 2">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normAutofit/>
          </a:bodyPr>
          <a:lstStyle>
            <a:lvl1pPr>
              <a:defRPr sz="5400" b="1" i="0">
                <a:solidFill>
                  <a:schemeClr val="accent1"/>
                </a:solidFill>
                <a:latin typeface="Verdana" charset="0"/>
                <a:ea typeface="Verdana" charset="0"/>
                <a:cs typeface="Verdana" charset="0"/>
              </a:defRPr>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normAutofit/>
          </a:bodyPr>
          <a:lstStyle>
            <a:lvl1pPr marL="0" indent="0">
              <a:buNone/>
              <a:defRPr sz="3000">
                <a:solidFill>
                  <a:schemeClr val="accent6"/>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3822672" y="6390216"/>
            <a:ext cx="1231900" cy="365125"/>
          </a:xfrm>
        </p:spPr>
        <p:txBody>
          <a:bodyPr anchor="b"/>
          <a:lstStyle/>
          <a:p>
            <a:fld id="{3E21CB55-4C39-4DF9-B29B-0DDB979E079F}" type="datetime1">
              <a:rPr lang="en-US" smtClean="0"/>
              <a:t>6/13/2026</a:t>
            </a:fld>
            <a:endParaRPr lang="en-US"/>
          </a:p>
        </p:txBody>
      </p:sp>
      <p:sp>
        <p:nvSpPr>
          <p:cNvPr id="6" name="Slide Number Placeholder 5"/>
          <p:cNvSpPr>
            <a:spLocks noGrp="1"/>
          </p:cNvSpPr>
          <p:nvPr>
            <p:ph type="sldNum" sz="quarter" idx="12"/>
          </p:nvPr>
        </p:nvSpPr>
        <p:spPr>
          <a:xfrm>
            <a:off x="10477500" y="6390216"/>
            <a:ext cx="876300" cy="365125"/>
          </a:xfrm>
        </p:spPr>
        <p:txBody>
          <a:bodyPr anchor="b"/>
          <a:lstStyle/>
          <a:p>
            <a:fld id="{FDDB6027-878D-A249-A7C0-2BF119D95C83}" type="slidenum">
              <a:rPr lang="en-US" smtClean="0"/>
              <a:t>‹#›</a:t>
            </a:fld>
            <a:endParaRPr lang="en-US"/>
          </a:p>
        </p:txBody>
      </p:sp>
      <p:pic>
        <p:nvPicPr>
          <p:cNvPr id="7" name="Picture 6" descr="sait_icon_wordmark_colour.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93700" y="-27337"/>
            <a:ext cx="2311400" cy="2940749"/>
          </a:xfrm>
          <a:prstGeom prst="rect">
            <a:avLst/>
          </a:prstGeom>
        </p:spPr>
      </p:pic>
    </p:spTree>
    <p:extLst>
      <p:ext uri="{BB962C8B-B14F-4D97-AF65-F5344CB8AC3E}">
        <p14:creationId xmlns:p14="http://schemas.microsoft.com/office/powerpoint/2010/main" val="15551102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Content 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3822672" y="6390216"/>
            <a:ext cx="1231900" cy="365125"/>
          </a:xfrm>
        </p:spPr>
        <p:txBody>
          <a:bodyPr anchor="b"/>
          <a:lstStyle/>
          <a:p>
            <a:fld id="{E9DC3DE2-2DBA-41B6-ABDF-9E46BDE3E6CB}" type="datetime1">
              <a:rPr lang="en-US" smtClean="0"/>
              <a:t>6/13/2026</a:t>
            </a:fld>
            <a:endParaRPr lang="en-US"/>
          </a:p>
        </p:txBody>
      </p:sp>
      <p:sp>
        <p:nvSpPr>
          <p:cNvPr id="6" name="Slide Number Placeholder 5"/>
          <p:cNvSpPr>
            <a:spLocks noGrp="1"/>
          </p:cNvSpPr>
          <p:nvPr>
            <p:ph type="sldNum" sz="quarter" idx="12"/>
          </p:nvPr>
        </p:nvSpPr>
        <p:spPr>
          <a:xfrm>
            <a:off x="10477500" y="6390216"/>
            <a:ext cx="876300" cy="365125"/>
          </a:xfrm>
        </p:spPr>
        <p:txBody>
          <a:bodyPr anchor="b"/>
          <a:lstStyle/>
          <a:p>
            <a:fld id="{FDDB6027-878D-A249-A7C0-2BF119D95C83}" type="slidenum">
              <a:rPr lang="en-US" smtClean="0"/>
              <a:t>‹#›</a:t>
            </a:fld>
            <a:endParaRPr lang="en-US"/>
          </a:p>
        </p:txBody>
      </p:sp>
      <p:pic>
        <p:nvPicPr>
          <p:cNvPr id="7" name="Picture 6" descr="sait_icon_wordmark_horiz_colour.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98528" y="6176963"/>
            <a:ext cx="1650972" cy="681037"/>
          </a:xfrm>
          <a:prstGeom prst="rect">
            <a:avLst/>
          </a:prstGeom>
        </p:spPr>
      </p:pic>
    </p:spTree>
    <p:extLst>
      <p:ext uri="{BB962C8B-B14F-4D97-AF65-F5344CB8AC3E}">
        <p14:creationId xmlns:p14="http://schemas.microsoft.com/office/powerpoint/2010/main" val="4706811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vider RE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0477500" y="6390216"/>
            <a:ext cx="876300" cy="365125"/>
          </a:xfrm>
        </p:spPr>
        <p:txBody>
          <a:bodyPr anchor="b"/>
          <a:lstStyle>
            <a:lvl1pPr>
              <a:defRPr>
                <a:solidFill>
                  <a:schemeClr val="bg1"/>
                </a:solidFill>
              </a:defRPr>
            </a:lvl1pPr>
          </a:lstStyle>
          <a:p>
            <a:fld id="{FDDB6027-878D-A249-A7C0-2BF119D95C83}" type="slidenum">
              <a:rPr lang="en-US" smtClean="0"/>
              <a:pPr/>
              <a:t>‹#›</a:t>
            </a:fld>
            <a:endParaRPr lang="en-US"/>
          </a:p>
        </p:txBody>
      </p:sp>
      <p:sp>
        <p:nvSpPr>
          <p:cNvPr id="5" name="Title 1"/>
          <p:cNvSpPr>
            <a:spLocks noGrp="1"/>
          </p:cNvSpPr>
          <p:nvPr>
            <p:ph type="title" hasCustomPrompt="1"/>
          </p:nvPr>
        </p:nvSpPr>
        <p:spPr>
          <a:xfrm>
            <a:off x="831850" y="1709738"/>
            <a:ext cx="10515600" cy="2852737"/>
          </a:xfrm>
        </p:spPr>
        <p:txBody>
          <a:bodyPr anchor="b"/>
          <a:lstStyle>
            <a:lvl1pPr>
              <a:defRPr sz="6000" b="0" i="0">
                <a:solidFill>
                  <a:schemeClr val="bg1"/>
                </a:solidFill>
                <a:latin typeface="Verdana" charset="0"/>
                <a:ea typeface="Verdana" charset="0"/>
                <a:cs typeface="Verdana" charset="0"/>
              </a:defRPr>
            </a:lvl1pPr>
          </a:lstStyle>
          <a:p>
            <a:r>
              <a:rPr lang="en-CA" dirty="0"/>
              <a:t>Headline</a:t>
            </a:r>
            <a:endParaRPr lang="en-US" dirty="0"/>
          </a:p>
        </p:txBody>
      </p:sp>
      <p:pic>
        <p:nvPicPr>
          <p:cNvPr id="2" name="Picture 1"/>
          <p:cNvPicPr>
            <a:picLocks noChangeAspect="1"/>
          </p:cNvPicPr>
          <p:nvPr userDrawn="1"/>
        </p:nvPicPr>
        <p:blipFill rotWithShape="1">
          <a:blip r:embed="rId2">
            <a:extLst>
              <a:ext uri="{28A0092B-C50C-407E-A947-70E740481C1C}">
                <a14:useLocalDpi xmlns:a14="http://schemas.microsoft.com/office/drawing/2010/main" val="0"/>
              </a:ext>
            </a:extLst>
          </a:blip>
          <a:srcRect t="28238" r="35724"/>
          <a:stretch/>
        </p:blipFill>
        <p:spPr>
          <a:xfrm>
            <a:off x="7118407" y="-21266"/>
            <a:ext cx="5066505" cy="5708133"/>
          </a:xfrm>
          <a:prstGeom prst="rect">
            <a:avLst/>
          </a:prstGeom>
        </p:spPr>
      </p:pic>
    </p:spTree>
    <p:extLst>
      <p:ext uri="{BB962C8B-B14F-4D97-AF65-F5344CB8AC3E}">
        <p14:creationId xmlns:p14="http://schemas.microsoft.com/office/powerpoint/2010/main" val="13126684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vider BLUE">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0477500" y="6390216"/>
            <a:ext cx="876300" cy="365125"/>
          </a:xfrm>
        </p:spPr>
        <p:txBody>
          <a:bodyPr anchor="b"/>
          <a:lstStyle>
            <a:lvl1pPr>
              <a:defRPr>
                <a:solidFill>
                  <a:schemeClr val="bg1"/>
                </a:solidFill>
              </a:defRPr>
            </a:lvl1pPr>
          </a:lstStyle>
          <a:p>
            <a:fld id="{FDDB6027-878D-A249-A7C0-2BF119D95C83}" type="slidenum">
              <a:rPr lang="en-US" smtClean="0"/>
              <a:pPr/>
              <a:t>‹#›</a:t>
            </a:fld>
            <a:endParaRPr lang="en-US"/>
          </a:p>
        </p:txBody>
      </p:sp>
      <p:sp>
        <p:nvSpPr>
          <p:cNvPr id="5" name="Title 1"/>
          <p:cNvSpPr>
            <a:spLocks noGrp="1"/>
          </p:cNvSpPr>
          <p:nvPr>
            <p:ph type="title" hasCustomPrompt="1"/>
          </p:nvPr>
        </p:nvSpPr>
        <p:spPr>
          <a:xfrm>
            <a:off x="831850" y="1709738"/>
            <a:ext cx="10515600" cy="2852737"/>
          </a:xfrm>
        </p:spPr>
        <p:txBody>
          <a:bodyPr anchor="b"/>
          <a:lstStyle>
            <a:lvl1pPr>
              <a:defRPr sz="6000">
                <a:solidFill>
                  <a:schemeClr val="bg1"/>
                </a:solidFill>
              </a:defRPr>
            </a:lvl1pPr>
          </a:lstStyle>
          <a:p>
            <a:r>
              <a:rPr lang="en-CA"/>
              <a:t>Headline</a:t>
            </a:r>
            <a:endParaRPr lang="en-US" dirty="0"/>
          </a:p>
        </p:txBody>
      </p:sp>
      <p:pic>
        <p:nvPicPr>
          <p:cNvPr id="6" name="Picture 5"/>
          <p:cNvPicPr>
            <a:picLocks noChangeAspect="1"/>
          </p:cNvPicPr>
          <p:nvPr userDrawn="1"/>
        </p:nvPicPr>
        <p:blipFill rotWithShape="1">
          <a:blip r:embed="rId2">
            <a:extLst>
              <a:ext uri="{28A0092B-C50C-407E-A947-70E740481C1C}">
                <a14:useLocalDpi xmlns:a14="http://schemas.microsoft.com/office/drawing/2010/main" val="0"/>
              </a:ext>
            </a:extLst>
          </a:blip>
          <a:srcRect t="28238" r="35724"/>
          <a:stretch/>
        </p:blipFill>
        <p:spPr>
          <a:xfrm>
            <a:off x="7118407" y="-21266"/>
            <a:ext cx="5066505" cy="5708133"/>
          </a:xfrm>
          <a:prstGeom prst="rect">
            <a:avLst/>
          </a:prstGeom>
        </p:spPr>
      </p:pic>
    </p:spTree>
    <p:extLst>
      <p:ext uri="{BB962C8B-B14F-4D97-AF65-F5344CB8AC3E}">
        <p14:creationId xmlns:p14="http://schemas.microsoft.com/office/powerpoint/2010/main" val="15661701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9716212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alpha val="3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22672" y="6356350"/>
            <a:ext cx="1231900" cy="365125"/>
          </a:xfrm>
          <a:prstGeom prst="rect">
            <a:avLst/>
          </a:prstGeom>
        </p:spPr>
        <p:txBody>
          <a:bodyPr vert="horz" lIns="91440" tIns="45720" rIns="91440" bIns="45720" rtlCol="0" anchor="ctr"/>
          <a:lstStyle>
            <a:lvl1pPr algn="l">
              <a:defRPr sz="900">
                <a:solidFill>
                  <a:schemeClr val="accent6"/>
                </a:solidFill>
                <a:latin typeface="Verdana" charset="0"/>
                <a:ea typeface="Verdana" charset="0"/>
                <a:cs typeface="Verdana" charset="0"/>
              </a:defRPr>
            </a:lvl1pPr>
          </a:lstStyle>
          <a:p>
            <a:fld id="{F0FE8BCE-6DE9-499B-B47E-840C645FA6F5}" type="datetime1">
              <a:rPr lang="en-US" smtClean="0"/>
              <a:t>6/13/2026</a:t>
            </a:fld>
            <a:endParaRPr lang="en-US"/>
          </a:p>
        </p:txBody>
      </p:sp>
      <p:sp>
        <p:nvSpPr>
          <p:cNvPr id="6" name="Slide Number Placeholder 5"/>
          <p:cNvSpPr>
            <a:spLocks noGrp="1"/>
          </p:cNvSpPr>
          <p:nvPr>
            <p:ph type="sldNum" sz="quarter" idx="4"/>
          </p:nvPr>
        </p:nvSpPr>
        <p:spPr>
          <a:xfrm>
            <a:off x="10477500" y="6356350"/>
            <a:ext cx="876300" cy="365125"/>
          </a:xfrm>
          <a:prstGeom prst="rect">
            <a:avLst/>
          </a:prstGeom>
        </p:spPr>
        <p:txBody>
          <a:bodyPr vert="horz" lIns="91440" tIns="45720" rIns="91440" bIns="45720" rtlCol="0" anchor="ctr"/>
          <a:lstStyle>
            <a:lvl1pPr algn="r">
              <a:defRPr sz="900">
                <a:solidFill>
                  <a:schemeClr val="accent6"/>
                </a:solidFill>
                <a:latin typeface="Verdana" charset="0"/>
                <a:ea typeface="Verdana" charset="0"/>
                <a:cs typeface="Verdana" charset="0"/>
              </a:defRPr>
            </a:lvl1pPr>
          </a:lstStyle>
          <a:p>
            <a:fld id="{FDDB6027-878D-A249-A7C0-2BF119D95C83}" type="slidenum">
              <a:rPr lang="en-US" smtClean="0"/>
              <a:pPr/>
              <a:t>‹#›</a:t>
            </a:fld>
            <a:endParaRPr lang="en-US"/>
          </a:p>
        </p:txBody>
      </p:sp>
    </p:spTree>
    <p:extLst>
      <p:ext uri="{BB962C8B-B14F-4D97-AF65-F5344CB8AC3E}">
        <p14:creationId xmlns:p14="http://schemas.microsoft.com/office/powerpoint/2010/main" val="1796694820"/>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0" r:id="rId3"/>
    <p:sldLayoutId id="2147483655" r:id="rId4"/>
    <p:sldLayoutId id="2147483657" r:id="rId5"/>
    <p:sldLayoutId id="2147483654" r:id="rId6"/>
  </p:sldLayoutIdLst>
  <p:hf sldNum="0" hdr="0" dt="0"/>
  <p:txStyles>
    <p:titleStyle>
      <a:lvl1pPr algn="l" defTabSz="914400" rtl="0" eaLnBrk="1" latinLnBrk="0" hangingPunct="1">
        <a:lnSpc>
          <a:spcPct val="90000"/>
        </a:lnSpc>
        <a:spcBef>
          <a:spcPct val="0"/>
        </a:spcBef>
        <a:buNone/>
        <a:defRPr sz="4400" kern="1200">
          <a:solidFill>
            <a:schemeClr val="tx1"/>
          </a:solidFill>
          <a:latin typeface="Verdana" charset="0"/>
          <a:ea typeface="Verdana" charset="0"/>
          <a:cs typeface="Verdana"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Verdana" charset="0"/>
          <a:ea typeface="Verdana" charset="0"/>
          <a:cs typeface="Verdana"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Verdana" charset="0"/>
          <a:ea typeface="Verdana" charset="0"/>
          <a:cs typeface="Verdana" charset="0"/>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Verdana" charset="0"/>
          <a:ea typeface="Verdana" charset="0"/>
          <a:cs typeface="Verdana" charset="0"/>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Verdana" charset="0"/>
          <a:ea typeface="Verdana" charset="0"/>
          <a:cs typeface="Verdana" charset="0"/>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Verdana" charset="0"/>
          <a:ea typeface="Verdana" charset="0"/>
          <a:cs typeface="Verdana"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Linear ADTs</a:t>
            </a:r>
            <a:endParaRPr lang="en-US" dirty="0"/>
          </a:p>
        </p:txBody>
      </p:sp>
      <p:sp>
        <p:nvSpPr>
          <p:cNvPr id="3" name="Subtitle 2"/>
          <p:cNvSpPr>
            <a:spLocks noGrp="1"/>
          </p:cNvSpPr>
          <p:nvPr>
            <p:ph type="subTitle" idx="1"/>
          </p:nvPr>
        </p:nvSpPr>
        <p:spPr/>
        <p:txBody>
          <a:bodyPr>
            <a:normAutofit/>
          </a:bodyPr>
          <a:lstStyle/>
          <a:p>
            <a:r>
              <a:rPr lang="en-US"/>
              <a:t>Unit </a:t>
            </a:r>
            <a:r>
              <a:rPr lang="en-US" dirty="0"/>
              <a:t>4</a:t>
            </a:r>
          </a:p>
          <a:p>
            <a:r>
              <a:rPr lang="en-US" dirty="0"/>
              <a:t>CPRG304 – Object-Oriented Programming III</a:t>
            </a:r>
          </a:p>
        </p:txBody>
      </p:sp>
      <p:sp>
        <p:nvSpPr>
          <p:cNvPr id="4" name="Footer Placeholder 4">
            <a:extLst>
              <a:ext uri="{FF2B5EF4-FFF2-40B4-BE49-F238E27FC236}">
                <a16:creationId xmlns:a16="http://schemas.microsoft.com/office/drawing/2014/main" id="{CE4D4B33-3A5F-4979-822B-8FAADD5E5A7F}"/>
              </a:ext>
            </a:extLst>
          </p:cNvPr>
          <p:cNvSpPr>
            <a:spLocks noGrp="1"/>
          </p:cNvSpPr>
          <p:nvPr>
            <p:ph type="ftr" sz="quarter" idx="4294967295"/>
          </p:nvPr>
        </p:nvSpPr>
        <p:spPr>
          <a:xfrm>
            <a:off x="5232372" y="6390216"/>
            <a:ext cx="5435628" cy="365125"/>
          </a:xfrm>
          <a:prstGeom prst="rect">
            <a:avLst/>
          </a:prstGeom>
        </p:spPr>
        <p:txBody>
          <a:bodyPr/>
          <a:lstStyle/>
          <a:p>
            <a:pPr algn="r"/>
            <a:r>
              <a:rPr lang="en-US" dirty="0"/>
              <a:t>Kitty Wong © 2025</a:t>
            </a:r>
          </a:p>
        </p:txBody>
      </p:sp>
    </p:spTree>
    <p:extLst>
      <p:ext uri="{BB962C8B-B14F-4D97-AF65-F5344CB8AC3E}">
        <p14:creationId xmlns:p14="http://schemas.microsoft.com/office/powerpoint/2010/main" val="7125478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4907D-E1CA-49D5-B609-B1499466D712}"/>
              </a:ext>
            </a:extLst>
          </p:cNvPr>
          <p:cNvSpPr>
            <a:spLocks noGrp="1"/>
          </p:cNvSpPr>
          <p:nvPr>
            <p:ph type="title"/>
          </p:nvPr>
        </p:nvSpPr>
        <p:spPr/>
        <p:txBody>
          <a:bodyPr/>
          <a:lstStyle/>
          <a:p>
            <a:r>
              <a:rPr lang="en-US" dirty="0"/>
              <a:t>Types of ADTs</a:t>
            </a:r>
            <a:endParaRPr lang="en-CA" dirty="0"/>
          </a:p>
        </p:txBody>
      </p:sp>
      <p:sp>
        <p:nvSpPr>
          <p:cNvPr id="3" name="Content Placeholder 2">
            <a:extLst>
              <a:ext uri="{FF2B5EF4-FFF2-40B4-BE49-F238E27FC236}">
                <a16:creationId xmlns:a16="http://schemas.microsoft.com/office/drawing/2014/main" id="{3BE3EC5D-D9A8-4F37-BFAC-A2B2A21BF078}"/>
              </a:ext>
            </a:extLst>
          </p:cNvPr>
          <p:cNvSpPr>
            <a:spLocks noGrp="1"/>
          </p:cNvSpPr>
          <p:nvPr>
            <p:ph idx="1"/>
          </p:nvPr>
        </p:nvSpPr>
        <p:spPr>
          <a:xfrm>
            <a:off x="838200" y="1690688"/>
            <a:ext cx="10515600" cy="4486275"/>
          </a:xfrm>
        </p:spPr>
        <p:txBody>
          <a:bodyPr>
            <a:normAutofit fontScale="92500" lnSpcReduction="10000"/>
          </a:bodyPr>
          <a:lstStyle/>
          <a:p>
            <a:pPr marL="514350" indent="-514350">
              <a:buFont typeface="+mj-lt"/>
              <a:buAutoNum type="arabicPeriod"/>
            </a:pPr>
            <a:r>
              <a:rPr lang="en-US" dirty="0"/>
              <a:t>Linear</a:t>
            </a:r>
          </a:p>
          <a:p>
            <a:pPr lvl="1"/>
            <a:r>
              <a:rPr lang="en-US" dirty="0"/>
              <a:t>Lists</a:t>
            </a:r>
          </a:p>
          <a:p>
            <a:pPr lvl="1"/>
            <a:r>
              <a:rPr lang="en-US" dirty="0"/>
              <a:t>Stacks</a:t>
            </a:r>
          </a:p>
          <a:p>
            <a:pPr lvl="1"/>
            <a:r>
              <a:rPr lang="en-US" dirty="0"/>
              <a:t>Queues</a:t>
            </a:r>
          </a:p>
          <a:p>
            <a:pPr marL="514350" indent="-514350">
              <a:buFont typeface="+mj-lt"/>
              <a:buAutoNum type="arabicPeriod"/>
            </a:pPr>
            <a:r>
              <a:rPr lang="en-US" dirty="0"/>
              <a:t>Hierarchical</a:t>
            </a:r>
          </a:p>
          <a:p>
            <a:pPr lvl="1"/>
            <a:r>
              <a:rPr lang="en-US" dirty="0"/>
              <a:t>Binary Search Trees</a:t>
            </a:r>
          </a:p>
          <a:p>
            <a:pPr lvl="1"/>
            <a:r>
              <a:rPr lang="en-US" dirty="0"/>
              <a:t>Binary Heaps</a:t>
            </a:r>
          </a:p>
          <a:p>
            <a:pPr lvl="1"/>
            <a:r>
              <a:rPr lang="en-US" dirty="0"/>
              <a:t>AVL Trees</a:t>
            </a:r>
          </a:p>
          <a:p>
            <a:pPr lvl="1"/>
            <a:r>
              <a:rPr lang="en-US" dirty="0"/>
              <a:t>B-Trees</a:t>
            </a:r>
          </a:p>
          <a:p>
            <a:pPr marL="514350" indent="-514350">
              <a:buFont typeface="+mj-lt"/>
              <a:buAutoNum type="arabicPeriod"/>
            </a:pPr>
            <a:r>
              <a:rPr lang="en-US" dirty="0"/>
              <a:t>Hashing (Associative Arrays/Maps)</a:t>
            </a:r>
          </a:p>
          <a:p>
            <a:pPr lvl="1"/>
            <a:r>
              <a:rPr lang="en-US" dirty="0"/>
              <a:t>Hash Tables</a:t>
            </a:r>
          </a:p>
          <a:p>
            <a:pPr marL="514350" indent="-514350">
              <a:buFont typeface="+mj-lt"/>
              <a:buAutoNum type="arabicPeriod"/>
            </a:pPr>
            <a:r>
              <a:rPr lang="en-US" dirty="0"/>
              <a:t>Graphs – not covered in this course</a:t>
            </a:r>
          </a:p>
        </p:txBody>
      </p:sp>
    </p:spTree>
    <p:extLst>
      <p:ext uri="{BB962C8B-B14F-4D97-AF65-F5344CB8AC3E}">
        <p14:creationId xmlns:p14="http://schemas.microsoft.com/office/powerpoint/2010/main" val="6204070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Definition</a:t>
            </a:r>
          </a:p>
        </p:txBody>
      </p:sp>
      <p:sp>
        <p:nvSpPr>
          <p:cNvPr id="3" name="Content Placeholder 2"/>
          <p:cNvSpPr>
            <a:spLocks noGrp="1"/>
          </p:cNvSpPr>
          <p:nvPr>
            <p:ph idx="1"/>
          </p:nvPr>
        </p:nvSpPr>
        <p:spPr/>
        <p:txBody>
          <a:bodyPr>
            <a:normAutofit/>
          </a:bodyPr>
          <a:lstStyle/>
          <a:p>
            <a:r>
              <a:rPr lang="en-US" altLang="en-US" sz="2800" dirty="0">
                <a:cs typeface="Times New Roman" panose="02020603050405020304" pitchFamily="18" charset="0"/>
              </a:rPr>
              <a:t>A data structure is said to be </a:t>
            </a:r>
            <a:r>
              <a:rPr lang="en-US" altLang="en-US" sz="2800" b="1" dirty="0">
                <a:cs typeface="Times New Roman" panose="02020603050405020304" pitchFamily="18" charset="0"/>
              </a:rPr>
              <a:t>linear</a:t>
            </a:r>
            <a:r>
              <a:rPr lang="en-US" altLang="en-US" sz="2800" dirty="0">
                <a:cs typeface="Times New Roman" panose="02020603050405020304" pitchFamily="18" charset="0"/>
              </a:rPr>
              <a:t> if each element, except the first and the last, has a unique </a:t>
            </a:r>
            <a:r>
              <a:rPr lang="en-US" altLang="en-US" sz="2800" i="1" dirty="0">
                <a:cs typeface="Times New Roman" panose="02020603050405020304" pitchFamily="18" charset="0"/>
              </a:rPr>
              <a:t>predecessor</a:t>
            </a:r>
            <a:r>
              <a:rPr lang="en-US" altLang="en-US" sz="2800" dirty="0">
                <a:cs typeface="Times New Roman" panose="02020603050405020304" pitchFamily="18" charset="0"/>
              </a:rPr>
              <a:t> and </a:t>
            </a:r>
            <a:r>
              <a:rPr lang="en-US" altLang="en-US" sz="2800" i="1" dirty="0">
                <a:cs typeface="Times New Roman" panose="02020603050405020304" pitchFamily="18" charset="0"/>
              </a:rPr>
              <a:t>successor</a:t>
            </a:r>
            <a:endParaRPr lang="en-US" altLang="en-US" i="1" dirty="0">
              <a:cs typeface="Times New Roman" panose="02020603050405020304" pitchFamily="18" charset="0"/>
            </a:endParaRPr>
          </a:p>
          <a:p>
            <a:pPr lvl="1"/>
            <a:endParaRPr lang="en-US" dirty="0"/>
          </a:p>
          <a:p>
            <a:pPr>
              <a:tabLst>
                <a:tab pos="762000" algn="l"/>
                <a:tab pos="1333500" algn="l"/>
              </a:tabLst>
            </a:pPr>
            <a:r>
              <a:rPr lang="en-US" altLang="en-US" sz="2800" dirty="0">
                <a:cs typeface="Times New Roman" panose="02020603050405020304" pitchFamily="18" charset="0"/>
              </a:rPr>
              <a:t>The elements are flat, “laid out along a line” (in a sequence)</a:t>
            </a:r>
          </a:p>
          <a:p>
            <a:pPr>
              <a:tabLst>
                <a:tab pos="762000" algn="l"/>
                <a:tab pos="1333500" algn="l"/>
              </a:tabLst>
            </a:pPr>
            <a:r>
              <a:rPr lang="en-US" altLang="en-US" sz="2800" dirty="0">
                <a:cs typeface="Times New Roman" panose="02020603050405020304" pitchFamily="18" charset="0"/>
              </a:rPr>
              <a:t>The simplest and one of the most effective approaches of organizing data</a:t>
            </a:r>
          </a:p>
          <a:p>
            <a:pPr>
              <a:tabLst>
                <a:tab pos="762000" algn="l"/>
                <a:tab pos="1333500" algn="l"/>
              </a:tabLst>
            </a:pPr>
            <a:r>
              <a:rPr lang="en-US" altLang="en-US" sz="2800" dirty="0">
                <a:cs typeface="Times New Roman" panose="02020603050405020304" pitchFamily="18" charset="0"/>
              </a:rPr>
              <a:t>In many practical situations linear ADTs are sufficient</a:t>
            </a:r>
          </a:p>
          <a:p>
            <a:endParaRPr lang="en-US" dirty="0"/>
          </a:p>
        </p:txBody>
      </p:sp>
    </p:spTree>
    <p:extLst>
      <p:ext uri="{BB962C8B-B14F-4D97-AF65-F5344CB8AC3E}">
        <p14:creationId xmlns:p14="http://schemas.microsoft.com/office/powerpoint/2010/main" val="23036999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F49D6-2337-4800-AC48-66993AFA1424}"/>
              </a:ext>
            </a:extLst>
          </p:cNvPr>
          <p:cNvSpPr>
            <a:spLocks noGrp="1"/>
          </p:cNvSpPr>
          <p:nvPr>
            <p:ph type="title"/>
          </p:nvPr>
        </p:nvSpPr>
        <p:spPr/>
        <p:txBody>
          <a:bodyPr/>
          <a:lstStyle/>
          <a:p>
            <a:r>
              <a:rPr lang="en-US" dirty="0"/>
              <a:t>Lists</a:t>
            </a:r>
            <a:endParaRPr lang="en-CA" dirty="0"/>
          </a:p>
        </p:txBody>
      </p:sp>
      <p:sp>
        <p:nvSpPr>
          <p:cNvPr id="3" name="Content Placeholder 2">
            <a:extLst>
              <a:ext uri="{FF2B5EF4-FFF2-40B4-BE49-F238E27FC236}">
                <a16:creationId xmlns:a16="http://schemas.microsoft.com/office/drawing/2014/main" id="{94F13E3C-9025-4D22-80EA-BB22ED8099F6}"/>
              </a:ext>
            </a:extLst>
          </p:cNvPr>
          <p:cNvSpPr>
            <a:spLocks noGrp="1"/>
          </p:cNvSpPr>
          <p:nvPr>
            <p:ph idx="1"/>
          </p:nvPr>
        </p:nvSpPr>
        <p:spPr/>
        <p:txBody>
          <a:bodyPr>
            <a:normAutofit/>
          </a:bodyPr>
          <a:lstStyle/>
          <a:p>
            <a:r>
              <a:rPr lang="en-US" dirty="0"/>
              <a:t>Definition: A list is a sequential collection of data that supports manipulation of elements at any point</a:t>
            </a:r>
          </a:p>
          <a:p>
            <a:pPr lvl="1"/>
            <a:r>
              <a:rPr lang="en-US" dirty="0"/>
              <a:t>No restricted access (as we will see with stacks and queues)</a:t>
            </a:r>
          </a:p>
          <a:p>
            <a:pPr lvl="1"/>
            <a:r>
              <a:rPr lang="en-US" altLang="en-US" dirty="0">
                <a:cs typeface="Times New Roman" panose="02020603050405020304" pitchFamily="18" charset="0"/>
              </a:rPr>
              <a:t>Every element can be modified while they remain in the list</a:t>
            </a:r>
          </a:p>
          <a:p>
            <a:pPr lvl="1"/>
            <a:endParaRPr lang="en-US" dirty="0"/>
          </a:p>
          <a:p>
            <a:r>
              <a:rPr lang="en-US" altLang="en-US" dirty="0">
                <a:cs typeface="Times New Roman" panose="02020603050405020304" pitchFamily="18" charset="0"/>
              </a:rPr>
              <a:t>Lists can have duplicates (non-unique values)</a:t>
            </a:r>
          </a:p>
          <a:p>
            <a:pPr lvl="1"/>
            <a:endParaRPr lang="en-US" altLang="en-US" dirty="0">
              <a:cs typeface="Times New Roman" panose="02020603050405020304" pitchFamily="18" charset="0"/>
            </a:endParaRPr>
          </a:p>
          <a:p>
            <a:r>
              <a:rPr lang="en-US" altLang="en-US" sz="2800" dirty="0">
                <a:cs typeface="Times New Roman" panose="02020603050405020304" pitchFamily="18" charset="0"/>
              </a:rPr>
              <a:t>Generally, a list contains items of the same data type</a:t>
            </a:r>
          </a:p>
          <a:p>
            <a:pPr lvl="1"/>
            <a:r>
              <a:rPr lang="en-US" altLang="en-US" dirty="0">
                <a:cs typeface="Times New Roman" panose="02020603050405020304" pitchFamily="18" charset="0"/>
              </a:rPr>
              <a:t>Although most implementations allow the most generic type of elements (e.g. </a:t>
            </a:r>
            <a:r>
              <a:rPr lang="en-US" altLang="en-US" dirty="0" err="1">
                <a:latin typeface="Tahoma" panose="020B0604030504040204" pitchFamily="34" charset="0"/>
                <a:cs typeface="Times New Roman" panose="02020603050405020304" pitchFamily="18" charset="0"/>
              </a:rPr>
              <a:t>java.lang.Object</a:t>
            </a:r>
            <a:r>
              <a:rPr lang="en-US" altLang="en-US" dirty="0">
                <a:latin typeface="Tahoma" panose="020B0604030504040204" pitchFamily="34" charset="0"/>
                <a:cs typeface="Times New Roman" panose="02020603050405020304" pitchFamily="18" charset="0"/>
              </a:rPr>
              <a:t>)</a:t>
            </a:r>
            <a:endParaRPr lang="en-US" altLang="en-US" dirty="0">
              <a:cs typeface="Times New Roman" panose="02020603050405020304" pitchFamily="18" charset="0"/>
            </a:endParaRPr>
          </a:p>
          <a:p>
            <a:endParaRPr lang="en-CA" dirty="0"/>
          </a:p>
        </p:txBody>
      </p:sp>
    </p:spTree>
    <p:extLst>
      <p:ext uri="{BB962C8B-B14F-4D97-AF65-F5344CB8AC3E}">
        <p14:creationId xmlns:p14="http://schemas.microsoft.com/office/powerpoint/2010/main" val="23770416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73A43-C716-4C8C-87A2-D5ED57551D9C}"/>
              </a:ext>
            </a:extLst>
          </p:cNvPr>
          <p:cNvSpPr>
            <a:spLocks noGrp="1"/>
          </p:cNvSpPr>
          <p:nvPr>
            <p:ph type="title"/>
          </p:nvPr>
        </p:nvSpPr>
        <p:spPr/>
        <p:txBody>
          <a:bodyPr/>
          <a:lstStyle/>
          <a:p>
            <a:r>
              <a:rPr lang="en-US" dirty="0"/>
              <a:t>List Operations</a:t>
            </a:r>
            <a:endParaRPr lang="en-CA" dirty="0"/>
          </a:p>
        </p:txBody>
      </p:sp>
      <p:sp>
        <p:nvSpPr>
          <p:cNvPr id="3" name="Content Placeholder 2">
            <a:extLst>
              <a:ext uri="{FF2B5EF4-FFF2-40B4-BE49-F238E27FC236}">
                <a16:creationId xmlns:a16="http://schemas.microsoft.com/office/drawing/2014/main" id="{32F7C86F-639E-4C09-870A-9F0A393909D2}"/>
              </a:ext>
            </a:extLst>
          </p:cNvPr>
          <p:cNvSpPr>
            <a:spLocks noGrp="1"/>
          </p:cNvSpPr>
          <p:nvPr>
            <p:ph idx="1"/>
          </p:nvPr>
        </p:nvSpPr>
        <p:spPr/>
        <p:txBody>
          <a:bodyPr>
            <a:normAutofit lnSpcReduction="10000"/>
          </a:bodyPr>
          <a:lstStyle/>
          <a:p>
            <a:pPr marL="514350" indent="-514350">
              <a:buFont typeface="+mj-lt"/>
              <a:buAutoNum type="arabicPeriod"/>
            </a:pPr>
            <a:r>
              <a:rPr lang="en-US" dirty="0"/>
              <a:t>Index-based</a:t>
            </a:r>
          </a:p>
          <a:p>
            <a:pPr lvl="1"/>
            <a:r>
              <a:rPr lang="en-US" dirty="0"/>
              <a:t>Rely on the index of the element, allows for random access</a:t>
            </a:r>
          </a:p>
          <a:p>
            <a:pPr lvl="2"/>
            <a:r>
              <a:rPr lang="en-US" dirty="0"/>
              <a:t>E.g. add(</a:t>
            </a:r>
            <a:r>
              <a:rPr lang="en-US" dirty="0" err="1"/>
              <a:t>i</a:t>
            </a:r>
            <a:r>
              <a:rPr lang="en-US" dirty="0"/>
              <a:t>, obj), get(</a:t>
            </a:r>
            <a:r>
              <a:rPr lang="en-US" dirty="0" err="1"/>
              <a:t>i</a:t>
            </a:r>
            <a:r>
              <a:rPr lang="en-US" dirty="0"/>
              <a:t>), remove(</a:t>
            </a:r>
            <a:r>
              <a:rPr lang="en-US" dirty="0" err="1"/>
              <a:t>i</a:t>
            </a:r>
            <a:r>
              <a:rPr lang="en-US" dirty="0"/>
              <a:t>)</a:t>
            </a:r>
          </a:p>
          <a:p>
            <a:pPr marL="514350" indent="-514350">
              <a:buFont typeface="+mj-lt"/>
              <a:buAutoNum type="arabicPeriod"/>
            </a:pPr>
            <a:r>
              <a:rPr lang="en-US" dirty="0"/>
              <a:t>Content-based</a:t>
            </a:r>
          </a:p>
          <a:p>
            <a:pPr lvl="1"/>
            <a:r>
              <a:rPr lang="en-US" dirty="0"/>
              <a:t>Rely on the value of the element or property of the data structure, may require searching and comparing for a specific element</a:t>
            </a:r>
          </a:p>
          <a:p>
            <a:pPr lvl="2"/>
            <a:r>
              <a:rPr lang="en-US" dirty="0"/>
              <a:t>E.g. </a:t>
            </a:r>
            <a:r>
              <a:rPr lang="en-US" dirty="0" err="1"/>
              <a:t>indexOf</a:t>
            </a:r>
            <a:r>
              <a:rPr lang="en-US" dirty="0"/>
              <a:t>(obj), contains(obj), </a:t>
            </a:r>
            <a:r>
              <a:rPr lang="en-US" dirty="0" err="1"/>
              <a:t>isEmpty</a:t>
            </a:r>
            <a:r>
              <a:rPr lang="en-US" dirty="0"/>
              <a:t>(), size()</a:t>
            </a:r>
          </a:p>
          <a:p>
            <a:pPr marL="514350" indent="-514350">
              <a:buFont typeface="+mj-lt"/>
              <a:buAutoNum type="arabicPeriod"/>
            </a:pPr>
            <a:r>
              <a:rPr lang="en-US" dirty="0"/>
              <a:t>Position-based</a:t>
            </a:r>
          </a:p>
          <a:p>
            <a:pPr lvl="1"/>
            <a:r>
              <a:rPr lang="en-CA" dirty="0"/>
              <a:t>Relative to a specific position (current, head, tail), usually provided via an iterator</a:t>
            </a:r>
          </a:p>
          <a:p>
            <a:pPr lvl="2"/>
            <a:r>
              <a:rPr lang="en-CA" dirty="0"/>
              <a:t>E.g. add(obj), remove(), </a:t>
            </a:r>
            <a:r>
              <a:rPr lang="en-CA" dirty="0" err="1"/>
              <a:t>hasNext</a:t>
            </a:r>
            <a:r>
              <a:rPr lang="en-CA" dirty="0"/>
              <a:t>()</a:t>
            </a:r>
          </a:p>
        </p:txBody>
      </p:sp>
    </p:spTree>
    <p:extLst>
      <p:ext uri="{BB962C8B-B14F-4D97-AF65-F5344CB8AC3E}">
        <p14:creationId xmlns:p14="http://schemas.microsoft.com/office/powerpoint/2010/main" val="33938269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45CAF-BC95-46FD-8AB7-B63CD19A8DDD}"/>
              </a:ext>
            </a:extLst>
          </p:cNvPr>
          <p:cNvSpPr>
            <a:spLocks noGrp="1"/>
          </p:cNvSpPr>
          <p:nvPr>
            <p:ph type="title"/>
          </p:nvPr>
        </p:nvSpPr>
        <p:spPr/>
        <p:txBody>
          <a:bodyPr/>
          <a:lstStyle/>
          <a:p>
            <a:r>
              <a:rPr lang="en-US" altLang="en-US" dirty="0">
                <a:cs typeface="Times New Roman" panose="02020603050405020304" pitchFamily="18" charset="0"/>
              </a:rPr>
              <a:t>Implementing Linear ADTs</a:t>
            </a:r>
            <a:endParaRPr lang="en-CA" dirty="0"/>
          </a:p>
        </p:txBody>
      </p:sp>
      <p:sp>
        <p:nvSpPr>
          <p:cNvPr id="3" name="Content Placeholder 2">
            <a:extLst>
              <a:ext uri="{FF2B5EF4-FFF2-40B4-BE49-F238E27FC236}">
                <a16:creationId xmlns:a16="http://schemas.microsoft.com/office/drawing/2014/main" id="{E0907D29-8083-479B-84C5-FCD2F556BFEE}"/>
              </a:ext>
            </a:extLst>
          </p:cNvPr>
          <p:cNvSpPr>
            <a:spLocks noGrp="1"/>
          </p:cNvSpPr>
          <p:nvPr>
            <p:ph idx="1"/>
          </p:nvPr>
        </p:nvSpPr>
        <p:spPr/>
        <p:txBody>
          <a:bodyPr>
            <a:normAutofit/>
          </a:bodyPr>
          <a:lstStyle/>
          <a:p>
            <a:r>
              <a:rPr lang="en-US" dirty="0"/>
              <a:t>Arrays: static, bound data structures</a:t>
            </a:r>
          </a:p>
          <a:p>
            <a:pPr lvl="1"/>
            <a:r>
              <a:rPr lang="en-US" dirty="0"/>
              <a:t>Vectors: growable, pseudo-dynamic arrays</a:t>
            </a:r>
          </a:p>
          <a:p>
            <a:r>
              <a:rPr lang="en-US" dirty="0" err="1"/>
              <a:t>LinkedLists</a:t>
            </a:r>
            <a:r>
              <a:rPr lang="en-US" dirty="0"/>
              <a:t>: dynamic</a:t>
            </a:r>
          </a:p>
          <a:p>
            <a:pPr lvl="1"/>
            <a:endParaRPr lang="en-US" dirty="0"/>
          </a:p>
          <a:p>
            <a:r>
              <a:rPr lang="en-US" dirty="0"/>
              <a:t>Many ADTs are backed by these basic data structures</a:t>
            </a:r>
          </a:p>
          <a:p>
            <a:pPr lvl="1"/>
            <a:r>
              <a:rPr lang="en-CA" dirty="0"/>
              <a:t>E.g. </a:t>
            </a:r>
            <a:r>
              <a:rPr lang="en-US" altLang="en-US" dirty="0">
                <a:cs typeface="Times New Roman" panose="02020603050405020304" pitchFamily="18" charset="0"/>
              </a:rPr>
              <a:t>Strings &amp; </a:t>
            </a:r>
            <a:r>
              <a:rPr lang="en-US" altLang="en-US" dirty="0" err="1">
                <a:cs typeface="Times New Roman" panose="02020603050405020304" pitchFamily="18" charset="0"/>
              </a:rPr>
              <a:t>StringBuffers</a:t>
            </a:r>
            <a:r>
              <a:rPr lang="en-US" altLang="en-US" dirty="0">
                <a:cs typeface="Times New Roman" panose="02020603050405020304" pitchFamily="18" charset="0"/>
              </a:rPr>
              <a:t> (linear collections of chars), Lists (shopping cart items, job descriptions, words in a paragraph), Stacks, Queues</a:t>
            </a:r>
          </a:p>
          <a:p>
            <a:pPr lvl="1"/>
            <a:r>
              <a:rPr lang="en-US" altLang="en-US" dirty="0">
                <a:cs typeface="Times New Roman" panose="02020603050405020304" pitchFamily="18" charset="0"/>
              </a:rPr>
              <a:t>Note: Computer memory is also organized as a linear list</a:t>
            </a:r>
          </a:p>
          <a:p>
            <a:pPr lvl="1"/>
            <a:endParaRPr lang="en-CA" dirty="0"/>
          </a:p>
        </p:txBody>
      </p:sp>
    </p:spTree>
    <p:extLst>
      <p:ext uri="{BB962C8B-B14F-4D97-AF65-F5344CB8AC3E}">
        <p14:creationId xmlns:p14="http://schemas.microsoft.com/office/powerpoint/2010/main" val="8746407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Definition</a:t>
            </a:r>
          </a:p>
        </p:txBody>
      </p:sp>
      <p:sp>
        <p:nvSpPr>
          <p:cNvPr id="3" name="Content Placeholder 2"/>
          <p:cNvSpPr>
            <a:spLocks noGrp="1"/>
          </p:cNvSpPr>
          <p:nvPr>
            <p:ph idx="1"/>
          </p:nvPr>
        </p:nvSpPr>
        <p:spPr/>
        <p:txBody>
          <a:bodyPr>
            <a:normAutofit/>
          </a:bodyPr>
          <a:lstStyle/>
          <a:p>
            <a:r>
              <a:rPr lang="en-US" dirty="0"/>
              <a:t>A linked list consists of a sequence of </a:t>
            </a:r>
            <a:r>
              <a:rPr lang="en-US" i="1" dirty="0"/>
              <a:t>nodes</a:t>
            </a:r>
            <a:r>
              <a:rPr lang="en-US" dirty="0"/>
              <a:t> connected by </a:t>
            </a:r>
            <a:r>
              <a:rPr lang="en-US" i="1" dirty="0"/>
              <a:t>links</a:t>
            </a:r>
            <a:r>
              <a:rPr lang="en-US" dirty="0"/>
              <a:t>, plus a </a:t>
            </a:r>
            <a:r>
              <a:rPr lang="en-US" i="1" dirty="0"/>
              <a:t>head</a:t>
            </a:r>
            <a:r>
              <a:rPr lang="en-US" dirty="0"/>
              <a:t> and a </a:t>
            </a:r>
            <a:r>
              <a:rPr lang="en-US" i="1" dirty="0"/>
              <a:t>tail</a:t>
            </a:r>
            <a:r>
              <a:rPr lang="en-US" dirty="0"/>
              <a:t>.</a:t>
            </a:r>
          </a:p>
          <a:p>
            <a:pPr lvl="1"/>
            <a:r>
              <a:rPr lang="en-US" dirty="0"/>
              <a:t>Each node (except the last) has a successor, and each node (except the first) has a predecessor.</a:t>
            </a:r>
          </a:p>
          <a:p>
            <a:pPr lvl="1"/>
            <a:r>
              <a:rPr lang="en-US" dirty="0"/>
              <a:t>Each node contains a single element (object or value), plus links to its successor and/or predecessor.</a:t>
            </a:r>
          </a:p>
          <a:p>
            <a:endParaRPr lang="en-US" dirty="0"/>
          </a:p>
        </p:txBody>
      </p:sp>
      <p:grpSp>
        <p:nvGrpSpPr>
          <p:cNvPr id="4" name="Group 44">
            <a:extLst>
              <a:ext uri="{FF2B5EF4-FFF2-40B4-BE49-F238E27FC236}">
                <a16:creationId xmlns:a16="http://schemas.microsoft.com/office/drawing/2014/main" id="{885D20FA-FD9D-4052-AE68-31EF1775DA03}"/>
              </a:ext>
            </a:extLst>
          </p:cNvPr>
          <p:cNvGrpSpPr>
            <a:grpSpLocks/>
          </p:cNvGrpSpPr>
          <p:nvPr/>
        </p:nvGrpSpPr>
        <p:grpSpPr bwMode="auto">
          <a:xfrm>
            <a:off x="1603309" y="4496771"/>
            <a:ext cx="8985382" cy="1632452"/>
            <a:chOff x="888" y="2507"/>
            <a:chExt cx="4340" cy="805"/>
          </a:xfrm>
          <a:solidFill>
            <a:schemeClr val="accent1">
              <a:lumMod val="20000"/>
              <a:lumOff val="80000"/>
            </a:schemeClr>
          </a:solidFill>
        </p:grpSpPr>
        <p:sp>
          <p:nvSpPr>
            <p:cNvPr id="5" name="AutoShape 28">
              <a:extLst>
                <a:ext uri="{FF2B5EF4-FFF2-40B4-BE49-F238E27FC236}">
                  <a16:creationId xmlns:a16="http://schemas.microsoft.com/office/drawing/2014/main" id="{B3475DC6-17A4-4123-8980-4BF695F235AC}"/>
                </a:ext>
              </a:extLst>
            </p:cNvPr>
            <p:cNvSpPr>
              <a:spLocks noChangeArrowheads="1"/>
            </p:cNvSpPr>
            <p:nvPr/>
          </p:nvSpPr>
          <p:spPr bwMode="auto">
            <a:xfrm>
              <a:off x="888" y="2863"/>
              <a:ext cx="350" cy="192"/>
            </a:xfrm>
            <a:prstGeom prst="wedgeRectCallout">
              <a:avLst>
                <a:gd name="adj1" fmla="val 91708"/>
                <a:gd name="adj2" fmla="val -186868"/>
              </a:avLst>
            </a:prstGeom>
            <a:solidFill>
              <a:srgbClr val="FFFFFF"/>
            </a:solidFill>
            <a:ln w="9525">
              <a:solidFill>
                <a:schemeClr val="accent2">
                  <a:lumMod val="60000"/>
                  <a:lumOff val="4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0" rIns="36000" bIns="0"/>
            <a:lstStyle>
              <a:lvl1pPr>
                <a:defRPr sz="2400">
                  <a:solidFill>
                    <a:schemeClr val="bg1"/>
                  </a:solidFill>
                  <a:latin typeface="Futura Md BT" pitchFamily="34" charset="0"/>
                </a:defRPr>
              </a:lvl1pPr>
              <a:lvl2pPr marL="742950" indent="-285750">
                <a:defRPr sz="2400">
                  <a:solidFill>
                    <a:schemeClr val="bg1"/>
                  </a:solidFill>
                  <a:latin typeface="Futura Md BT" pitchFamily="34" charset="0"/>
                </a:defRPr>
              </a:lvl2pPr>
              <a:lvl3pPr marL="1143000" indent="-228600">
                <a:defRPr sz="2400">
                  <a:solidFill>
                    <a:schemeClr val="bg1"/>
                  </a:solidFill>
                  <a:latin typeface="Futura Md BT" pitchFamily="34" charset="0"/>
                </a:defRPr>
              </a:lvl3pPr>
              <a:lvl4pPr marL="1600200" indent="-228600">
                <a:defRPr sz="2400">
                  <a:solidFill>
                    <a:schemeClr val="bg1"/>
                  </a:solidFill>
                  <a:latin typeface="Futura Md BT" pitchFamily="34" charset="0"/>
                </a:defRPr>
              </a:lvl4pPr>
              <a:lvl5pPr marL="2057400" indent="-228600">
                <a:defRPr sz="2400">
                  <a:solidFill>
                    <a:schemeClr val="bg1"/>
                  </a:solidFill>
                  <a:latin typeface="Futura Md BT" pitchFamily="34" charset="0"/>
                </a:defRPr>
              </a:lvl5pPr>
              <a:lvl6pPr marL="2514600" indent="-228600" algn="ctr" eaLnBrk="0" fontAlgn="base" hangingPunct="0">
                <a:spcBef>
                  <a:spcPct val="0"/>
                </a:spcBef>
                <a:spcAft>
                  <a:spcPct val="0"/>
                </a:spcAft>
                <a:defRPr sz="2400">
                  <a:solidFill>
                    <a:schemeClr val="bg1"/>
                  </a:solidFill>
                  <a:latin typeface="Futura Md BT" pitchFamily="34" charset="0"/>
                </a:defRPr>
              </a:lvl6pPr>
              <a:lvl7pPr marL="2971800" indent="-228600" algn="ctr" eaLnBrk="0" fontAlgn="base" hangingPunct="0">
                <a:spcBef>
                  <a:spcPct val="0"/>
                </a:spcBef>
                <a:spcAft>
                  <a:spcPct val="0"/>
                </a:spcAft>
                <a:defRPr sz="2400">
                  <a:solidFill>
                    <a:schemeClr val="bg1"/>
                  </a:solidFill>
                  <a:latin typeface="Futura Md BT" pitchFamily="34" charset="0"/>
                </a:defRPr>
              </a:lvl7pPr>
              <a:lvl8pPr marL="3429000" indent="-228600" algn="ctr" eaLnBrk="0" fontAlgn="base" hangingPunct="0">
                <a:spcBef>
                  <a:spcPct val="0"/>
                </a:spcBef>
                <a:spcAft>
                  <a:spcPct val="0"/>
                </a:spcAft>
                <a:defRPr sz="2400">
                  <a:solidFill>
                    <a:schemeClr val="bg1"/>
                  </a:solidFill>
                  <a:latin typeface="Futura Md BT" pitchFamily="34" charset="0"/>
                </a:defRPr>
              </a:lvl8pPr>
              <a:lvl9pPr marL="3886200" indent="-228600" algn="ctr" eaLnBrk="0" fontAlgn="base" hangingPunct="0">
                <a:spcBef>
                  <a:spcPct val="0"/>
                </a:spcBef>
                <a:spcAft>
                  <a:spcPct val="0"/>
                </a:spcAft>
                <a:defRPr sz="2400">
                  <a:solidFill>
                    <a:schemeClr val="bg1"/>
                  </a:solidFill>
                  <a:latin typeface="Futura Md BT" pitchFamily="34" charset="0"/>
                </a:defRPr>
              </a:lvl9pPr>
            </a:lstStyle>
            <a:p>
              <a:pPr algn="ctr"/>
              <a:r>
                <a:rPr lang="en-GB" altLang="en-US" sz="2000" dirty="0">
                  <a:solidFill>
                    <a:schemeClr val="accent1"/>
                  </a:solidFill>
                  <a:latin typeface="Times New Roman" panose="02020603050405020304" pitchFamily="18" charset="0"/>
                </a:rPr>
                <a:t>head</a:t>
              </a:r>
              <a:endParaRPr lang="en-GB" altLang="en-US" sz="2000" dirty="0">
                <a:solidFill>
                  <a:schemeClr val="accent1"/>
                </a:solidFill>
                <a:latin typeface="Times New Roman" panose="02020603050405020304" pitchFamily="18" charset="0"/>
                <a:cs typeface="Times New Roman" panose="02020603050405020304" pitchFamily="18" charset="0"/>
              </a:endParaRPr>
            </a:p>
          </p:txBody>
        </p:sp>
        <p:sp>
          <p:nvSpPr>
            <p:cNvPr id="7" name="AutoShape 30">
              <a:extLst>
                <a:ext uri="{FF2B5EF4-FFF2-40B4-BE49-F238E27FC236}">
                  <a16:creationId xmlns:a16="http://schemas.microsoft.com/office/drawing/2014/main" id="{900A55F7-B1C2-4258-BF37-8BCDC82D8CED}"/>
                </a:ext>
              </a:extLst>
            </p:cNvPr>
            <p:cNvSpPr>
              <a:spLocks noChangeArrowheads="1"/>
            </p:cNvSpPr>
            <p:nvPr/>
          </p:nvSpPr>
          <p:spPr bwMode="auto">
            <a:xfrm>
              <a:off x="1662" y="3120"/>
              <a:ext cx="394" cy="192"/>
            </a:xfrm>
            <a:prstGeom prst="wedgeRectCallout">
              <a:avLst>
                <a:gd name="adj1" fmla="val 8448"/>
                <a:gd name="adj2" fmla="val -139646"/>
              </a:avLst>
            </a:prstGeom>
            <a:solidFill>
              <a:srgbClr val="FFFFFF"/>
            </a:solidFill>
            <a:ln w="9525">
              <a:solidFill>
                <a:schemeClr val="accent2">
                  <a:lumMod val="60000"/>
                  <a:lumOff val="4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0" rIns="36000" bIns="0"/>
            <a:lstStyle>
              <a:lvl1pPr>
                <a:defRPr sz="2400">
                  <a:solidFill>
                    <a:schemeClr val="bg1"/>
                  </a:solidFill>
                  <a:latin typeface="Futura Md BT" pitchFamily="34" charset="0"/>
                </a:defRPr>
              </a:lvl1pPr>
              <a:lvl2pPr marL="742950" indent="-285750">
                <a:defRPr sz="2400">
                  <a:solidFill>
                    <a:schemeClr val="bg1"/>
                  </a:solidFill>
                  <a:latin typeface="Futura Md BT" pitchFamily="34" charset="0"/>
                </a:defRPr>
              </a:lvl2pPr>
              <a:lvl3pPr marL="1143000" indent="-228600">
                <a:defRPr sz="2400">
                  <a:solidFill>
                    <a:schemeClr val="bg1"/>
                  </a:solidFill>
                  <a:latin typeface="Futura Md BT" pitchFamily="34" charset="0"/>
                </a:defRPr>
              </a:lvl3pPr>
              <a:lvl4pPr marL="1600200" indent="-228600">
                <a:defRPr sz="2400">
                  <a:solidFill>
                    <a:schemeClr val="bg1"/>
                  </a:solidFill>
                  <a:latin typeface="Futura Md BT" pitchFamily="34" charset="0"/>
                </a:defRPr>
              </a:lvl4pPr>
              <a:lvl5pPr marL="2057400" indent="-228600">
                <a:defRPr sz="2400">
                  <a:solidFill>
                    <a:schemeClr val="bg1"/>
                  </a:solidFill>
                  <a:latin typeface="Futura Md BT" pitchFamily="34" charset="0"/>
                </a:defRPr>
              </a:lvl5pPr>
              <a:lvl6pPr marL="2514600" indent="-228600" algn="ctr" eaLnBrk="0" fontAlgn="base" hangingPunct="0">
                <a:spcBef>
                  <a:spcPct val="0"/>
                </a:spcBef>
                <a:spcAft>
                  <a:spcPct val="0"/>
                </a:spcAft>
                <a:defRPr sz="2400">
                  <a:solidFill>
                    <a:schemeClr val="bg1"/>
                  </a:solidFill>
                  <a:latin typeface="Futura Md BT" pitchFamily="34" charset="0"/>
                </a:defRPr>
              </a:lvl6pPr>
              <a:lvl7pPr marL="2971800" indent="-228600" algn="ctr" eaLnBrk="0" fontAlgn="base" hangingPunct="0">
                <a:spcBef>
                  <a:spcPct val="0"/>
                </a:spcBef>
                <a:spcAft>
                  <a:spcPct val="0"/>
                </a:spcAft>
                <a:defRPr sz="2400">
                  <a:solidFill>
                    <a:schemeClr val="bg1"/>
                  </a:solidFill>
                  <a:latin typeface="Futura Md BT" pitchFamily="34" charset="0"/>
                </a:defRPr>
              </a:lvl7pPr>
              <a:lvl8pPr marL="3429000" indent="-228600" algn="ctr" eaLnBrk="0" fontAlgn="base" hangingPunct="0">
                <a:spcBef>
                  <a:spcPct val="0"/>
                </a:spcBef>
                <a:spcAft>
                  <a:spcPct val="0"/>
                </a:spcAft>
                <a:defRPr sz="2400">
                  <a:solidFill>
                    <a:schemeClr val="bg1"/>
                  </a:solidFill>
                  <a:latin typeface="Futura Md BT" pitchFamily="34" charset="0"/>
                </a:defRPr>
              </a:lvl8pPr>
              <a:lvl9pPr marL="3886200" indent="-228600" algn="ctr" eaLnBrk="0" fontAlgn="base" hangingPunct="0">
                <a:spcBef>
                  <a:spcPct val="0"/>
                </a:spcBef>
                <a:spcAft>
                  <a:spcPct val="0"/>
                </a:spcAft>
                <a:defRPr sz="2400">
                  <a:solidFill>
                    <a:schemeClr val="bg1"/>
                  </a:solidFill>
                  <a:latin typeface="Futura Md BT" pitchFamily="34" charset="0"/>
                </a:defRPr>
              </a:lvl9pPr>
            </a:lstStyle>
            <a:p>
              <a:pPr algn="ctr"/>
              <a:r>
                <a:rPr lang="en-GB" altLang="en-US" sz="2000" dirty="0">
                  <a:solidFill>
                    <a:schemeClr val="accent1"/>
                  </a:solidFill>
                  <a:latin typeface="Times New Roman" panose="02020603050405020304" pitchFamily="18" charset="0"/>
                </a:rPr>
                <a:t>node</a:t>
              </a:r>
              <a:endParaRPr lang="en-GB" altLang="en-US" sz="2000" dirty="0">
                <a:solidFill>
                  <a:schemeClr val="accent1"/>
                </a:solidFill>
                <a:latin typeface="Times New Roman" panose="02020603050405020304" pitchFamily="18" charset="0"/>
                <a:cs typeface="Times New Roman" panose="02020603050405020304" pitchFamily="18" charset="0"/>
              </a:endParaRPr>
            </a:p>
          </p:txBody>
        </p:sp>
        <p:sp>
          <p:nvSpPr>
            <p:cNvPr id="9" name="AutoShape 32">
              <a:extLst>
                <a:ext uri="{FF2B5EF4-FFF2-40B4-BE49-F238E27FC236}">
                  <a16:creationId xmlns:a16="http://schemas.microsoft.com/office/drawing/2014/main" id="{4E791DD6-FB03-45E6-A2BF-0544E8944420}"/>
                </a:ext>
              </a:extLst>
            </p:cNvPr>
            <p:cNvSpPr>
              <a:spLocks noChangeArrowheads="1"/>
            </p:cNvSpPr>
            <p:nvPr/>
          </p:nvSpPr>
          <p:spPr bwMode="auto">
            <a:xfrm>
              <a:off x="3408" y="3120"/>
              <a:ext cx="336" cy="192"/>
            </a:xfrm>
            <a:prstGeom prst="wedgeRectCallout">
              <a:avLst>
                <a:gd name="adj1" fmla="val -27380"/>
                <a:gd name="adj2" fmla="val -170833"/>
              </a:avLst>
            </a:prstGeom>
            <a:solidFill>
              <a:srgbClr val="FFFFFF"/>
            </a:solidFill>
            <a:ln w="9525">
              <a:solidFill>
                <a:schemeClr val="accent2">
                  <a:lumMod val="60000"/>
                  <a:lumOff val="4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0" rIns="36000" bIns="0"/>
            <a:lstStyle>
              <a:lvl1pPr>
                <a:defRPr sz="2400">
                  <a:solidFill>
                    <a:schemeClr val="bg1"/>
                  </a:solidFill>
                  <a:latin typeface="Futura Md BT" pitchFamily="34" charset="0"/>
                </a:defRPr>
              </a:lvl1pPr>
              <a:lvl2pPr marL="742950" indent="-285750">
                <a:defRPr sz="2400">
                  <a:solidFill>
                    <a:schemeClr val="bg1"/>
                  </a:solidFill>
                  <a:latin typeface="Futura Md BT" pitchFamily="34" charset="0"/>
                </a:defRPr>
              </a:lvl2pPr>
              <a:lvl3pPr marL="1143000" indent="-228600">
                <a:defRPr sz="2400">
                  <a:solidFill>
                    <a:schemeClr val="bg1"/>
                  </a:solidFill>
                  <a:latin typeface="Futura Md BT" pitchFamily="34" charset="0"/>
                </a:defRPr>
              </a:lvl3pPr>
              <a:lvl4pPr marL="1600200" indent="-228600">
                <a:defRPr sz="2400">
                  <a:solidFill>
                    <a:schemeClr val="bg1"/>
                  </a:solidFill>
                  <a:latin typeface="Futura Md BT" pitchFamily="34" charset="0"/>
                </a:defRPr>
              </a:lvl4pPr>
              <a:lvl5pPr marL="2057400" indent="-228600">
                <a:defRPr sz="2400">
                  <a:solidFill>
                    <a:schemeClr val="bg1"/>
                  </a:solidFill>
                  <a:latin typeface="Futura Md BT" pitchFamily="34" charset="0"/>
                </a:defRPr>
              </a:lvl5pPr>
              <a:lvl6pPr marL="2514600" indent="-228600" algn="ctr" eaLnBrk="0" fontAlgn="base" hangingPunct="0">
                <a:spcBef>
                  <a:spcPct val="0"/>
                </a:spcBef>
                <a:spcAft>
                  <a:spcPct val="0"/>
                </a:spcAft>
                <a:defRPr sz="2400">
                  <a:solidFill>
                    <a:schemeClr val="bg1"/>
                  </a:solidFill>
                  <a:latin typeface="Futura Md BT" pitchFamily="34" charset="0"/>
                </a:defRPr>
              </a:lvl6pPr>
              <a:lvl7pPr marL="2971800" indent="-228600" algn="ctr" eaLnBrk="0" fontAlgn="base" hangingPunct="0">
                <a:spcBef>
                  <a:spcPct val="0"/>
                </a:spcBef>
                <a:spcAft>
                  <a:spcPct val="0"/>
                </a:spcAft>
                <a:defRPr sz="2400">
                  <a:solidFill>
                    <a:schemeClr val="bg1"/>
                  </a:solidFill>
                  <a:latin typeface="Futura Md BT" pitchFamily="34" charset="0"/>
                </a:defRPr>
              </a:lvl7pPr>
              <a:lvl8pPr marL="3429000" indent="-228600" algn="ctr" eaLnBrk="0" fontAlgn="base" hangingPunct="0">
                <a:spcBef>
                  <a:spcPct val="0"/>
                </a:spcBef>
                <a:spcAft>
                  <a:spcPct val="0"/>
                </a:spcAft>
                <a:defRPr sz="2400">
                  <a:solidFill>
                    <a:schemeClr val="bg1"/>
                  </a:solidFill>
                  <a:latin typeface="Futura Md BT" pitchFamily="34" charset="0"/>
                </a:defRPr>
              </a:lvl8pPr>
              <a:lvl9pPr marL="3886200" indent="-228600" algn="ctr" eaLnBrk="0" fontAlgn="base" hangingPunct="0">
                <a:spcBef>
                  <a:spcPct val="0"/>
                </a:spcBef>
                <a:spcAft>
                  <a:spcPct val="0"/>
                </a:spcAft>
                <a:defRPr sz="2400">
                  <a:solidFill>
                    <a:schemeClr val="bg1"/>
                  </a:solidFill>
                  <a:latin typeface="Futura Md BT" pitchFamily="34" charset="0"/>
                </a:defRPr>
              </a:lvl9pPr>
            </a:lstStyle>
            <a:p>
              <a:pPr algn="ctr"/>
              <a:r>
                <a:rPr lang="en-GB" altLang="en-US" sz="2000" dirty="0">
                  <a:solidFill>
                    <a:schemeClr val="accent1"/>
                  </a:solidFill>
                  <a:latin typeface="Times New Roman" panose="02020603050405020304" pitchFamily="18" charset="0"/>
                </a:rPr>
                <a:t>link</a:t>
              </a:r>
              <a:endParaRPr lang="en-GB" altLang="en-US" sz="2000" dirty="0">
                <a:solidFill>
                  <a:schemeClr val="accent1"/>
                </a:solidFill>
                <a:latin typeface="Times New Roman" panose="02020603050405020304" pitchFamily="18" charset="0"/>
                <a:cs typeface="Times New Roman" panose="02020603050405020304" pitchFamily="18" charset="0"/>
              </a:endParaRPr>
            </a:p>
          </p:txBody>
        </p:sp>
        <p:sp>
          <p:nvSpPr>
            <p:cNvPr id="10" name="AutoShape 40">
              <a:extLst>
                <a:ext uri="{FF2B5EF4-FFF2-40B4-BE49-F238E27FC236}">
                  <a16:creationId xmlns:a16="http://schemas.microsoft.com/office/drawing/2014/main" id="{84705082-CE5A-4E32-B184-85AA80258229}"/>
                </a:ext>
              </a:extLst>
            </p:cNvPr>
            <p:cNvSpPr>
              <a:spLocks noChangeArrowheads="1"/>
            </p:cNvSpPr>
            <p:nvPr/>
          </p:nvSpPr>
          <p:spPr bwMode="auto">
            <a:xfrm>
              <a:off x="4894" y="2884"/>
              <a:ext cx="334" cy="192"/>
            </a:xfrm>
            <a:prstGeom prst="wedgeRectCallout">
              <a:avLst>
                <a:gd name="adj1" fmla="val -161141"/>
                <a:gd name="adj2" fmla="val -186410"/>
              </a:avLst>
            </a:prstGeom>
            <a:solidFill>
              <a:srgbClr val="FFFFFF"/>
            </a:solidFill>
            <a:ln w="9525">
              <a:solidFill>
                <a:schemeClr val="accent2">
                  <a:lumMod val="60000"/>
                  <a:lumOff val="4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0" rIns="36000" bIns="0"/>
            <a:lstStyle>
              <a:lvl1pPr>
                <a:defRPr sz="2400">
                  <a:solidFill>
                    <a:schemeClr val="bg1"/>
                  </a:solidFill>
                  <a:latin typeface="Futura Md BT" pitchFamily="34" charset="0"/>
                </a:defRPr>
              </a:lvl1pPr>
              <a:lvl2pPr marL="742950" indent="-285750">
                <a:defRPr sz="2400">
                  <a:solidFill>
                    <a:schemeClr val="bg1"/>
                  </a:solidFill>
                  <a:latin typeface="Futura Md BT" pitchFamily="34" charset="0"/>
                </a:defRPr>
              </a:lvl2pPr>
              <a:lvl3pPr marL="1143000" indent="-228600">
                <a:defRPr sz="2400">
                  <a:solidFill>
                    <a:schemeClr val="bg1"/>
                  </a:solidFill>
                  <a:latin typeface="Futura Md BT" pitchFamily="34" charset="0"/>
                </a:defRPr>
              </a:lvl3pPr>
              <a:lvl4pPr marL="1600200" indent="-228600">
                <a:defRPr sz="2400">
                  <a:solidFill>
                    <a:schemeClr val="bg1"/>
                  </a:solidFill>
                  <a:latin typeface="Futura Md BT" pitchFamily="34" charset="0"/>
                </a:defRPr>
              </a:lvl4pPr>
              <a:lvl5pPr marL="2057400" indent="-228600">
                <a:defRPr sz="2400">
                  <a:solidFill>
                    <a:schemeClr val="bg1"/>
                  </a:solidFill>
                  <a:latin typeface="Futura Md BT" pitchFamily="34" charset="0"/>
                </a:defRPr>
              </a:lvl5pPr>
              <a:lvl6pPr marL="2514600" indent="-228600" algn="ctr" eaLnBrk="0" fontAlgn="base" hangingPunct="0">
                <a:spcBef>
                  <a:spcPct val="0"/>
                </a:spcBef>
                <a:spcAft>
                  <a:spcPct val="0"/>
                </a:spcAft>
                <a:defRPr sz="2400">
                  <a:solidFill>
                    <a:schemeClr val="bg1"/>
                  </a:solidFill>
                  <a:latin typeface="Futura Md BT" pitchFamily="34" charset="0"/>
                </a:defRPr>
              </a:lvl6pPr>
              <a:lvl7pPr marL="2971800" indent="-228600" algn="ctr" eaLnBrk="0" fontAlgn="base" hangingPunct="0">
                <a:spcBef>
                  <a:spcPct val="0"/>
                </a:spcBef>
                <a:spcAft>
                  <a:spcPct val="0"/>
                </a:spcAft>
                <a:defRPr sz="2400">
                  <a:solidFill>
                    <a:schemeClr val="bg1"/>
                  </a:solidFill>
                  <a:latin typeface="Futura Md BT" pitchFamily="34" charset="0"/>
                </a:defRPr>
              </a:lvl7pPr>
              <a:lvl8pPr marL="3429000" indent="-228600" algn="ctr" eaLnBrk="0" fontAlgn="base" hangingPunct="0">
                <a:spcBef>
                  <a:spcPct val="0"/>
                </a:spcBef>
                <a:spcAft>
                  <a:spcPct val="0"/>
                </a:spcAft>
                <a:defRPr sz="2400">
                  <a:solidFill>
                    <a:schemeClr val="bg1"/>
                  </a:solidFill>
                  <a:latin typeface="Futura Md BT" pitchFamily="34" charset="0"/>
                </a:defRPr>
              </a:lvl8pPr>
              <a:lvl9pPr marL="3886200" indent="-228600" algn="ctr" eaLnBrk="0" fontAlgn="base" hangingPunct="0">
                <a:spcBef>
                  <a:spcPct val="0"/>
                </a:spcBef>
                <a:spcAft>
                  <a:spcPct val="0"/>
                </a:spcAft>
                <a:defRPr sz="2400">
                  <a:solidFill>
                    <a:schemeClr val="bg1"/>
                  </a:solidFill>
                  <a:latin typeface="Futura Md BT" pitchFamily="34" charset="0"/>
                </a:defRPr>
              </a:lvl9pPr>
            </a:lstStyle>
            <a:p>
              <a:pPr algn="ctr"/>
              <a:r>
                <a:rPr lang="en-GB" altLang="en-US" sz="2000" dirty="0">
                  <a:solidFill>
                    <a:schemeClr val="accent1"/>
                  </a:solidFill>
                  <a:latin typeface="Times New Roman" panose="02020603050405020304" pitchFamily="18" charset="0"/>
                </a:rPr>
                <a:t>tail</a:t>
              </a:r>
              <a:endParaRPr lang="en-GB" altLang="en-US" sz="2000" dirty="0">
                <a:solidFill>
                  <a:schemeClr val="accent1"/>
                </a:solidFill>
                <a:latin typeface="Times New Roman" panose="02020603050405020304" pitchFamily="18" charset="0"/>
                <a:cs typeface="Times New Roman" panose="02020603050405020304" pitchFamily="18" charset="0"/>
              </a:endParaRPr>
            </a:p>
          </p:txBody>
        </p:sp>
        <p:grpSp>
          <p:nvGrpSpPr>
            <p:cNvPr id="11" name="Group 43">
              <a:extLst>
                <a:ext uri="{FF2B5EF4-FFF2-40B4-BE49-F238E27FC236}">
                  <a16:creationId xmlns:a16="http://schemas.microsoft.com/office/drawing/2014/main" id="{9439BA82-E3BA-4DC0-839D-E4D61F6D4CCA}"/>
                </a:ext>
              </a:extLst>
            </p:cNvPr>
            <p:cNvGrpSpPr>
              <a:grpSpLocks/>
            </p:cNvGrpSpPr>
            <p:nvPr/>
          </p:nvGrpSpPr>
          <p:grpSpPr bwMode="auto">
            <a:xfrm>
              <a:off x="1368" y="2507"/>
              <a:ext cx="3312" cy="447"/>
              <a:chOff x="1368" y="2651"/>
              <a:chExt cx="3312" cy="447"/>
            </a:xfrm>
            <a:grpFill/>
          </p:grpSpPr>
          <p:sp>
            <p:nvSpPr>
              <p:cNvPr id="12" name="Rectangle 5">
                <a:extLst>
                  <a:ext uri="{FF2B5EF4-FFF2-40B4-BE49-F238E27FC236}">
                    <a16:creationId xmlns:a16="http://schemas.microsoft.com/office/drawing/2014/main" id="{E3EFD8BB-FC3F-4F7D-9A0E-F6B4A1CABC11}"/>
                  </a:ext>
                </a:extLst>
              </p:cNvPr>
              <p:cNvSpPr>
                <a:spLocks noChangeArrowheads="1"/>
              </p:cNvSpPr>
              <p:nvPr/>
            </p:nvSpPr>
            <p:spPr bwMode="auto">
              <a:xfrm>
                <a:off x="1368" y="2651"/>
                <a:ext cx="192" cy="192"/>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1"/>
                    </a:solidFill>
                    <a:latin typeface="Futura Md BT" pitchFamily="34" charset="0"/>
                  </a:defRPr>
                </a:lvl1pPr>
                <a:lvl2pPr marL="742950" indent="-285750">
                  <a:defRPr sz="2400">
                    <a:solidFill>
                      <a:schemeClr val="bg1"/>
                    </a:solidFill>
                    <a:latin typeface="Futura Md BT" pitchFamily="34" charset="0"/>
                  </a:defRPr>
                </a:lvl2pPr>
                <a:lvl3pPr marL="1143000" indent="-228600">
                  <a:defRPr sz="2400">
                    <a:solidFill>
                      <a:schemeClr val="bg1"/>
                    </a:solidFill>
                    <a:latin typeface="Futura Md BT" pitchFamily="34" charset="0"/>
                  </a:defRPr>
                </a:lvl3pPr>
                <a:lvl4pPr marL="1600200" indent="-228600">
                  <a:defRPr sz="2400">
                    <a:solidFill>
                      <a:schemeClr val="bg1"/>
                    </a:solidFill>
                    <a:latin typeface="Futura Md BT" pitchFamily="34" charset="0"/>
                  </a:defRPr>
                </a:lvl4pPr>
                <a:lvl5pPr marL="2057400" indent="-228600">
                  <a:defRPr sz="2400">
                    <a:solidFill>
                      <a:schemeClr val="bg1"/>
                    </a:solidFill>
                    <a:latin typeface="Futura Md BT" pitchFamily="34" charset="0"/>
                  </a:defRPr>
                </a:lvl5pPr>
                <a:lvl6pPr marL="2514600" indent="-228600" algn="ctr" eaLnBrk="0" fontAlgn="base" hangingPunct="0">
                  <a:spcBef>
                    <a:spcPct val="0"/>
                  </a:spcBef>
                  <a:spcAft>
                    <a:spcPct val="0"/>
                  </a:spcAft>
                  <a:defRPr sz="2400">
                    <a:solidFill>
                      <a:schemeClr val="bg1"/>
                    </a:solidFill>
                    <a:latin typeface="Futura Md BT" pitchFamily="34" charset="0"/>
                  </a:defRPr>
                </a:lvl6pPr>
                <a:lvl7pPr marL="2971800" indent="-228600" algn="ctr" eaLnBrk="0" fontAlgn="base" hangingPunct="0">
                  <a:spcBef>
                    <a:spcPct val="0"/>
                  </a:spcBef>
                  <a:spcAft>
                    <a:spcPct val="0"/>
                  </a:spcAft>
                  <a:defRPr sz="2400">
                    <a:solidFill>
                      <a:schemeClr val="bg1"/>
                    </a:solidFill>
                    <a:latin typeface="Futura Md BT" pitchFamily="34" charset="0"/>
                  </a:defRPr>
                </a:lvl7pPr>
                <a:lvl8pPr marL="3429000" indent="-228600" algn="ctr" eaLnBrk="0" fontAlgn="base" hangingPunct="0">
                  <a:spcBef>
                    <a:spcPct val="0"/>
                  </a:spcBef>
                  <a:spcAft>
                    <a:spcPct val="0"/>
                  </a:spcAft>
                  <a:defRPr sz="2400">
                    <a:solidFill>
                      <a:schemeClr val="bg1"/>
                    </a:solidFill>
                    <a:latin typeface="Futura Md BT" pitchFamily="34" charset="0"/>
                  </a:defRPr>
                </a:lvl8pPr>
                <a:lvl9pPr marL="3886200" indent="-228600" algn="ctr" eaLnBrk="0" fontAlgn="base" hangingPunct="0">
                  <a:spcBef>
                    <a:spcPct val="0"/>
                  </a:spcBef>
                  <a:spcAft>
                    <a:spcPct val="0"/>
                  </a:spcAft>
                  <a:defRPr sz="2400">
                    <a:solidFill>
                      <a:schemeClr val="bg1"/>
                    </a:solidFill>
                    <a:latin typeface="Futura Md BT" pitchFamily="34" charset="0"/>
                  </a:defRPr>
                </a:lvl9pPr>
              </a:lstStyle>
              <a:p>
                <a:endParaRPr lang="en-CA" altLang="en-US"/>
              </a:p>
            </p:txBody>
          </p:sp>
          <p:sp>
            <p:nvSpPr>
              <p:cNvPr id="13" name="Line 6">
                <a:extLst>
                  <a:ext uri="{FF2B5EF4-FFF2-40B4-BE49-F238E27FC236}">
                    <a16:creationId xmlns:a16="http://schemas.microsoft.com/office/drawing/2014/main" id="{5612DC28-1B35-4B97-8E20-7FAC8866C9C0}"/>
                  </a:ext>
                </a:extLst>
              </p:cNvPr>
              <p:cNvSpPr>
                <a:spLocks noChangeShapeType="1"/>
              </p:cNvSpPr>
              <p:nvPr/>
            </p:nvSpPr>
            <p:spPr bwMode="auto">
              <a:xfrm>
                <a:off x="1470" y="2766"/>
                <a:ext cx="258" cy="246"/>
              </a:xfrm>
              <a:prstGeom prst="line">
                <a:avLst/>
              </a:prstGeom>
              <a:grpFill/>
              <a:ln w="19050">
                <a:solidFill>
                  <a:schemeClr val="tx1"/>
                </a:solidFill>
                <a:round/>
                <a:headEnd type="oval" w="med" len="med"/>
                <a:tailEnd type="triangl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p>
            </p:txBody>
          </p:sp>
          <p:sp>
            <p:nvSpPr>
              <p:cNvPr id="14" name="Text Box 7">
                <a:extLst>
                  <a:ext uri="{FF2B5EF4-FFF2-40B4-BE49-F238E27FC236}">
                    <a16:creationId xmlns:a16="http://schemas.microsoft.com/office/drawing/2014/main" id="{BE1F36DC-A4B1-4C32-9115-053C43371B33}"/>
                  </a:ext>
                </a:extLst>
              </p:cNvPr>
              <p:cNvSpPr txBox="1">
                <a:spLocks noChangeArrowheads="1"/>
              </p:cNvSpPr>
              <p:nvPr/>
            </p:nvSpPr>
            <p:spPr bwMode="auto">
              <a:xfrm>
                <a:off x="1728" y="2916"/>
                <a:ext cx="576" cy="182"/>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defRPr sz="2400">
                    <a:solidFill>
                      <a:schemeClr val="bg1"/>
                    </a:solidFill>
                    <a:latin typeface="Futura Md BT" pitchFamily="34" charset="0"/>
                  </a:defRPr>
                </a:lvl1pPr>
                <a:lvl2pPr marL="742950" indent="-285750">
                  <a:defRPr sz="2400">
                    <a:solidFill>
                      <a:schemeClr val="bg1"/>
                    </a:solidFill>
                    <a:latin typeface="Futura Md BT" pitchFamily="34" charset="0"/>
                  </a:defRPr>
                </a:lvl2pPr>
                <a:lvl3pPr marL="1143000" indent="-228600">
                  <a:defRPr sz="2400">
                    <a:solidFill>
                      <a:schemeClr val="bg1"/>
                    </a:solidFill>
                    <a:latin typeface="Futura Md BT" pitchFamily="34" charset="0"/>
                  </a:defRPr>
                </a:lvl3pPr>
                <a:lvl4pPr marL="1600200" indent="-228600">
                  <a:defRPr sz="2400">
                    <a:solidFill>
                      <a:schemeClr val="bg1"/>
                    </a:solidFill>
                    <a:latin typeface="Futura Md BT" pitchFamily="34" charset="0"/>
                  </a:defRPr>
                </a:lvl4pPr>
                <a:lvl5pPr marL="2057400" indent="-228600">
                  <a:defRPr sz="2400">
                    <a:solidFill>
                      <a:schemeClr val="bg1"/>
                    </a:solidFill>
                    <a:latin typeface="Futura Md BT" pitchFamily="34" charset="0"/>
                  </a:defRPr>
                </a:lvl5pPr>
                <a:lvl6pPr marL="2514600" indent="-228600" algn="ctr" eaLnBrk="0" fontAlgn="base" hangingPunct="0">
                  <a:spcBef>
                    <a:spcPct val="0"/>
                  </a:spcBef>
                  <a:spcAft>
                    <a:spcPct val="0"/>
                  </a:spcAft>
                  <a:defRPr sz="2400">
                    <a:solidFill>
                      <a:schemeClr val="bg1"/>
                    </a:solidFill>
                    <a:latin typeface="Futura Md BT" pitchFamily="34" charset="0"/>
                  </a:defRPr>
                </a:lvl6pPr>
                <a:lvl7pPr marL="2971800" indent="-228600" algn="ctr" eaLnBrk="0" fontAlgn="base" hangingPunct="0">
                  <a:spcBef>
                    <a:spcPct val="0"/>
                  </a:spcBef>
                  <a:spcAft>
                    <a:spcPct val="0"/>
                  </a:spcAft>
                  <a:defRPr sz="2400">
                    <a:solidFill>
                      <a:schemeClr val="bg1"/>
                    </a:solidFill>
                    <a:latin typeface="Futura Md BT" pitchFamily="34" charset="0"/>
                  </a:defRPr>
                </a:lvl7pPr>
                <a:lvl8pPr marL="3429000" indent="-228600" algn="ctr" eaLnBrk="0" fontAlgn="base" hangingPunct="0">
                  <a:spcBef>
                    <a:spcPct val="0"/>
                  </a:spcBef>
                  <a:spcAft>
                    <a:spcPct val="0"/>
                  </a:spcAft>
                  <a:defRPr sz="2400">
                    <a:solidFill>
                      <a:schemeClr val="bg1"/>
                    </a:solidFill>
                    <a:latin typeface="Futura Md BT" pitchFamily="34" charset="0"/>
                  </a:defRPr>
                </a:lvl8pPr>
                <a:lvl9pPr marL="3886200" indent="-228600" algn="ctr" eaLnBrk="0" fontAlgn="base" hangingPunct="0">
                  <a:spcBef>
                    <a:spcPct val="0"/>
                  </a:spcBef>
                  <a:spcAft>
                    <a:spcPct val="0"/>
                  </a:spcAft>
                  <a:defRPr sz="2400">
                    <a:solidFill>
                      <a:schemeClr val="bg1"/>
                    </a:solidFill>
                    <a:latin typeface="Futura Md BT" pitchFamily="34" charset="0"/>
                  </a:defRPr>
                </a:lvl9pPr>
              </a:lstStyle>
              <a:p>
                <a:pPr algn="ctr">
                  <a:spcBef>
                    <a:spcPct val="50000"/>
                  </a:spcBef>
                </a:pPr>
                <a:r>
                  <a:rPr lang="en-GB" altLang="en-US" dirty="0">
                    <a:solidFill>
                      <a:schemeClr val="tx1"/>
                    </a:solidFill>
                    <a:latin typeface="Times New Roman" panose="02020603050405020304" pitchFamily="18" charset="0"/>
                  </a:rPr>
                  <a:t>ant</a:t>
                </a:r>
                <a:endParaRPr lang="en-GB" altLang="en-US" sz="2000" dirty="0">
                  <a:solidFill>
                    <a:schemeClr val="tx1"/>
                  </a:solidFill>
                  <a:latin typeface="Times New Roman" panose="02020603050405020304" pitchFamily="18" charset="0"/>
                </a:endParaRPr>
              </a:p>
            </p:txBody>
          </p:sp>
          <p:sp>
            <p:nvSpPr>
              <p:cNvPr id="15" name="Text Box 8">
                <a:extLst>
                  <a:ext uri="{FF2B5EF4-FFF2-40B4-BE49-F238E27FC236}">
                    <a16:creationId xmlns:a16="http://schemas.microsoft.com/office/drawing/2014/main" id="{8F88A97B-F5DE-4F84-96EF-22A50C1196E1}"/>
                  </a:ext>
                </a:extLst>
              </p:cNvPr>
              <p:cNvSpPr txBox="1">
                <a:spLocks noChangeArrowheads="1"/>
              </p:cNvSpPr>
              <p:nvPr/>
            </p:nvSpPr>
            <p:spPr bwMode="auto">
              <a:xfrm>
                <a:off x="2736" y="2916"/>
                <a:ext cx="576" cy="182"/>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defRPr sz="2400">
                    <a:solidFill>
                      <a:schemeClr val="bg1"/>
                    </a:solidFill>
                    <a:latin typeface="Futura Md BT" pitchFamily="34" charset="0"/>
                  </a:defRPr>
                </a:lvl1pPr>
                <a:lvl2pPr marL="742950" indent="-285750">
                  <a:defRPr sz="2400">
                    <a:solidFill>
                      <a:schemeClr val="bg1"/>
                    </a:solidFill>
                    <a:latin typeface="Futura Md BT" pitchFamily="34" charset="0"/>
                  </a:defRPr>
                </a:lvl2pPr>
                <a:lvl3pPr marL="1143000" indent="-228600">
                  <a:defRPr sz="2400">
                    <a:solidFill>
                      <a:schemeClr val="bg1"/>
                    </a:solidFill>
                    <a:latin typeface="Futura Md BT" pitchFamily="34" charset="0"/>
                  </a:defRPr>
                </a:lvl3pPr>
                <a:lvl4pPr marL="1600200" indent="-228600">
                  <a:defRPr sz="2400">
                    <a:solidFill>
                      <a:schemeClr val="bg1"/>
                    </a:solidFill>
                    <a:latin typeface="Futura Md BT" pitchFamily="34" charset="0"/>
                  </a:defRPr>
                </a:lvl4pPr>
                <a:lvl5pPr marL="2057400" indent="-228600">
                  <a:defRPr sz="2400">
                    <a:solidFill>
                      <a:schemeClr val="bg1"/>
                    </a:solidFill>
                    <a:latin typeface="Futura Md BT" pitchFamily="34" charset="0"/>
                  </a:defRPr>
                </a:lvl5pPr>
                <a:lvl6pPr marL="2514600" indent="-228600" algn="ctr" eaLnBrk="0" fontAlgn="base" hangingPunct="0">
                  <a:spcBef>
                    <a:spcPct val="0"/>
                  </a:spcBef>
                  <a:spcAft>
                    <a:spcPct val="0"/>
                  </a:spcAft>
                  <a:defRPr sz="2400">
                    <a:solidFill>
                      <a:schemeClr val="bg1"/>
                    </a:solidFill>
                    <a:latin typeface="Futura Md BT" pitchFamily="34" charset="0"/>
                  </a:defRPr>
                </a:lvl6pPr>
                <a:lvl7pPr marL="2971800" indent="-228600" algn="ctr" eaLnBrk="0" fontAlgn="base" hangingPunct="0">
                  <a:spcBef>
                    <a:spcPct val="0"/>
                  </a:spcBef>
                  <a:spcAft>
                    <a:spcPct val="0"/>
                  </a:spcAft>
                  <a:defRPr sz="2400">
                    <a:solidFill>
                      <a:schemeClr val="bg1"/>
                    </a:solidFill>
                    <a:latin typeface="Futura Md BT" pitchFamily="34" charset="0"/>
                  </a:defRPr>
                </a:lvl7pPr>
                <a:lvl8pPr marL="3429000" indent="-228600" algn="ctr" eaLnBrk="0" fontAlgn="base" hangingPunct="0">
                  <a:spcBef>
                    <a:spcPct val="0"/>
                  </a:spcBef>
                  <a:spcAft>
                    <a:spcPct val="0"/>
                  </a:spcAft>
                  <a:defRPr sz="2400">
                    <a:solidFill>
                      <a:schemeClr val="bg1"/>
                    </a:solidFill>
                    <a:latin typeface="Futura Md BT" pitchFamily="34" charset="0"/>
                  </a:defRPr>
                </a:lvl8pPr>
                <a:lvl9pPr marL="3886200" indent="-228600" algn="ctr" eaLnBrk="0" fontAlgn="base" hangingPunct="0">
                  <a:spcBef>
                    <a:spcPct val="0"/>
                  </a:spcBef>
                  <a:spcAft>
                    <a:spcPct val="0"/>
                  </a:spcAft>
                  <a:defRPr sz="2400">
                    <a:solidFill>
                      <a:schemeClr val="bg1"/>
                    </a:solidFill>
                    <a:latin typeface="Futura Md BT" pitchFamily="34" charset="0"/>
                  </a:defRPr>
                </a:lvl9pPr>
              </a:lstStyle>
              <a:p>
                <a:pPr algn="ctr">
                  <a:spcBef>
                    <a:spcPct val="50000"/>
                  </a:spcBef>
                </a:pPr>
                <a:r>
                  <a:rPr lang="en-GB" altLang="en-US" dirty="0">
                    <a:solidFill>
                      <a:schemeClr val="tx1"/>
                    </a:solidFill>
                    <a:latin typeface="Times New Roman" panose="02020603050405020304" pitchFamily="18" charset="0"/>
                  </a:rPr>
                  <a:t>bat</a:t>
                </a:r>
                <a:endParaRPr lang="en-GB" altLang="en-US" sz="2000" dirty="0">
                  <a:solidFill>
                    <a:schemeClr val="tx1"/>
                  </a:solidFill>
                  <a:latin typeface="Times New Roman" panose="02020603050405020304" pitchFamily="18" charset="0"/>
                </a:endParaRPr>
              </a:p>
            </p:txBody>
          </p:sp>
          <p:sp>
            <p:nvSpPr>
              <p:cNvPr id="16" name="Text Box 9">
                <a:extLst>
                  <a:ext uri="{FF2B5EF4-FFF2-40B4-BE49-F238E27FC236}">
                    <a16:creationId xmlns:a16="http://schemas.microsoft.com/office/drawing/2014/main" id="{BC1181F3-77D5-4787-B879-C29EFAC40932}"/>
                  </a:ext>
                </a:extLst>
              </p:cNvPr>
              <p:cNvSpPr txBox="1">
                <a:spLocks noChangeArrowheads="1"/>
              </p:cNvSpPr>
              <p:nvPr/>
            </p:nvSpPr>
            <p:spPr bwMode="auto">
              <a:xfrm>
                <a:off x="3744" y="2916"/>
                <a:ext cx="576" cy="182"/>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defRPr sz="2400">
                    <a:solidFill>
                      <a:schemeClr val="bg1"/>
                    </a:solidFill>
                    <a:latin typeface="Futura Md BT" pitchFamily="34" charset="0"/>
                  </a:defRPr>
                </a:lvl1pPr>
                <a:lvl2pPr marL="742950" indent="-285750">
                  <a:defRPr sz="2400">
                    <a:solidFill>
                      <a:schemeClr val="bg1"/>
                    </a:solidFill>
                    <a:latin typeface="Futura Md BT" pitchFamily="34" charset="0"/>
                  </a:defRPr>
                </a:lvl2pPr>
                <a:lvl3pPr marL="1143000" indent="-228600">
                  <a:defRPr sz="2400">
                    <a:solidFill>
                      <a:schemeClr val="bg1"/>
                    </a:solidFill>
                    <a:latin typeface="Futura Md BT" pitchFamily="34" charset="0"/>
                  </a:defRPr>
                </a:lvl3pPr>
                <a:lvl4pPr marL="1600200" indent="-228600">
                  <a:defRPr sz="2400">
                    <a:solidFill>
                      <a:schemeClr val="bg1"/>
                    </a:solidFill>
                    <a:latin typeface="Futura Md BT" pitchFamily="34" charset="0"/>
                  </a:defRPr>
                </a:lvl4pPr>
                <a:lvl5pPr marL="2057400" indent="-228600">
                  <a:defRPr sz="2400">
                    <a:solidFill>
                      <a:schemeClr val="bg1"/>
                    </a:solidFill>
                    <a:latin typeface="Futura Md BT" pitchFamily="34" charset="0"/>
                  </a:defRPr>
                </a:lvl5pPr>
                <a:lvl6pPr marL="2514600" indent="-228600" algn="ctr" eaLnBrk="0" fontAlgn="base" hangingPunct="0">
                  <a:spcBef>
                    <a:spcPct val="0"/>
                  </a:spcBef>
                  <a:spcAft>
                    <a:spcPct val="0"/>
                  </a:spcAft>
                  <a:defRPr sz="2400">
                    <a:solidFill>
                      <a:schemeClr val="bg1"/>
                    </a:solidFill>
                    <a:latin typeface="Futura Md BT" pitchFamily="34" charset="0"/>
                  </a:defRPr>
                </a:lvl6pPr>
                <a:lvl7pPr marL="2971800" indent="-228600" algn="ctr" eaLnBrk="0" fontAlgn="base" hangingPunct="0">
                  <a:spcBef>
                    <a:spcPct val="0"/>
                  </a:spcBef>
                  <a:spcAft>
                    <a:spcPct val="0"/>
                  </a:spcAft>
                  <a:defRPr sz="2400">
                    <a:solidFill>
                      <a:schemeClr val="bg1"/>
                    </a:solidFill>
                    <a:latin typeface="Futura Md BT" pitchFamily="34" charset="0"/>
                  </a:defRPr>
                </a:lvl7pPr>
                <a:lvl8pPr marL="3429000" indent="-228600" algn="ctr" eaLnBrk="0" fontAlgn="base" hangingPunct="0">
                  <a:spcBef>
                    <a:spcPct val="0"/>
                  </a:spcBef>
                  <a:spcAft>
                    <a:spcPct val="0"/>
                  </a:spcAft>
                  <a:defRPr sz="2400">
                    <a:solidFill>
                      <a:schemeClr val="bg1"/>
                    </a:solidFill>
                    <a:latin typeface="Futura Md BT" pitchFamily="34" charset="0"/>
                  </a:defRPr>
                </a:lvl8pPr>
                <a:lvl9pPr marL="3886200" indent="-228600" algn="ctr" eaLnBrk="0" fontAlgn="base" hangingPunct="0">
                  <a:spcBef>
                    <a:spcPct val="0"/>
                  </a:spcBef>
                  <a:spcAft>
                    <a:spcPct val="0"/>
                  </a:spcAft>
                  <a:defRPr sz="2400">
                    <a:solidFill>
                      <a:schemeClr val="bg1"/>
                    </a:solidFill>
                    <a:latin typeface="Futura Md BT" pitchFamily="34" charset="0"/>
                  </a:defRPr>
                </a:lvl9pPr>
              </a:lstStyle>
              <a:p>
                <a:pPr algn="ctr">
                  <a:spcBef>
                    <a:spcPct val="50000"/>
                  </a:spcBef>
                </a:pPr>
                <a:r>
                  <a:rPr lang="en-GB" altLang="en-US" dirty="0">
                    <a:solidFill>
                      <a:schemeClr val="tx1"/>
                    </a:solidFill>
                    <a:latin typeface="Times New Roman" panose="02020603050405020304" pitchFamily="18" charset="0"/>
                  </a:rPr>
                  <a:t>cat</a:t>
                </a:r>
                <a:endParaRPr lang="en-GB" altLang="en-US" sz="2000" dirty="0">
                  <a:solidFill>
                    <a:schemeClr val="tx1"/>
                  </a:solidFill>
                  <a:latin typeface="Times New Roman" panose="02020603050405020304" pitchFamily="18" charset="0"/>
                </a:endParaRPr>
              </a:p>
            </p:txBody>
          </p:sp>
          <p:sp>
            <p:nvSpPr>
              <p:cNvPr id="17" name="Line 10">
                <a:extLst>
                  <a:ext uri="{FF2B5EF4-FFF2-40B4-BE49-F238E27FC236}">
                    <a16:creationId xmlns:a16="http://schemas.microsoft.com/office/drawing/2014/main" id="{E6A553E6-905A-4401-851D-8FC38A5D9B9F}"/>
                  </a:ext>
                </a:extLst>
              </p:cNvPr>
              <p:cNvSpPr>
                <a:spLocks noChangeShapeType="1"/>
              </p:cNvSpPr>
              <p:nvPr/>
            </p:nvSpPr>
            <p:spPr bwMode="auto">
              <a:xfrm>
                <a:off x="2208" y="3012"/>
                <a:ext cx="528" cy="0"/>
              </a:xfrm>
              <a:prstGeom prst="line">
                <a:avLst/>
              </a:prstGeom>
              <a:grpFill/>
              <a:ln w="19050">
                <a:solidFill>
                  <a:schemeClr val="tx1"/>
                </a:solidFill>
                <a:round/>
                <a:headEnd type="oval" w="med" len="med"/>
                <a:tailEnd type="triangl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Line 11">
                <a:extLst>
                  <a:ext uri="{FF2B5EF4-FFF2-40B4-BE49-F238E27FC236}">
                    <a16:creationId xmlns:a16="http://schemas.microsoft.com/office/drawing/2014/main" id="{B904E33A-8D3E-4AAC-B0EA-CC89C82F1E23}"/>
                  </a:ext>
                </a:extLst>
              </p:cNvPr>
              <p:cNvSpPr>
                <a:spLocks noChangeShapeType="1"/>
              </p:cNvSpPr>
              <p:nvPr/>
            </p:nvSpPr>
            <p:spPr bwMode="auto">
              <a:xfrm>
                <a:off x="3216" y="3012"/>
                <a:ext cx="528" cy="0"/>
              </a:xfrm>
              <a:prstGeom prst="line">
                <a:avLst/>
              </a:prstGeom>
              <a:grpFill/>
              <a:ln w="19050">
                <a:solidFill>
                  <a:schemeClr val="tx1"/>
                </a:solidFill>
                <a:round/>
                <a:headEnd type="oval" w="med" len="med"/>
                <a:tailEnd type="triangl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 name="Line 12">
                <a:extLst>
                  <a:ext uri="{FF2B5EF4-FFF2-40B4-BE49-F238E27FC236}">
                    <a16:creationId xmlns:a16="http://schemas.microsoft.com/office/drawing/2014/main" id="{C49F282C-D4F1-4E48-AB91-7EB911384F45}"/>
                  </a:ext>
                </a:extLst>
              </p:cNvPr>
              <p:cNvSpPr>
                <a:spLocks noChangeShapeType="1"/>
              </p:cNvSpPr>
              <p:nvPr/>
            </p:nvSpPr>
            <p:spPr bwMode="auto">
              <a:xfrm>
                <a:off x="4224" y="3012"/>
                <a:ext cx="0" cy="0"/>
              </a:xfrm>
              <a:prstGeom prst="line">
                <a:avLst/>
              </a:prstGeom>
              <a:grpFill/>
              <a:ln w="19050">
                <a:solidFill>
                  <a:schemeClr val="tx1"/>
                </a:solidFill>
                <a:round/>
                <a:headEnd type="oval" w="med" len="med"/>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Rectangle 41">
                <a:extLst>
                  <a:ext uri="{FF2B5EF4-FFF2-40B4-BE49-F238E27FC236}">
                    <a16:creationId xmlns:a16="http://schemas.microsoft.com/office/drawing/2014/main" id="{19FECC2B-AFAE-4355-86FC-AC495D95A3EB}"/>
                  </a:ext>
                </a:extLst>
              </p:cNvPr>
              <p:cNvSpPr>
                <a:spLocks noChangeArrowheads="1"/>
              </p:cNvSpPr>
              <p:nvPr/>
            </p:nvSpPr>
            <p:spPr bwMode="auto">
              <a:xfrm>
                <a:off x="4488" y="2670"/>
                <a:ext cx="192" cy="192"/>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1"/>
                    </a:solidFill>
                    <a:latin typeface="Futura Md BT" pitchFamily="34" charset="0"/>
                  </a:defRPr>
                </a:lvl1pPr>
                <a:lvl2pPr marL="742950" indent="-285750">
                  <a:defRPr sz="2400">
                    <a:solidFill>
                      <a:schemeClr val="bg1"/>
                    </a:solidFill>
                    <a:latin typeface="Futura Md BT" pitchFamily="34" charset="0"/>
                  </a:defRPr>
                </a:lvl2pPr>
                <a:lvl3pPr marL="1143000" indent="-228600">
                  <a:defRPr sz="2400">
                    <a:solidFill>
                      <a:schemeClr val="bg1"/>
                    </a:solidFill>
                    <a:latin typeface="Futura Md BT" pitchFamily="34" charset="0"/>
                  </a:defRPr>
                </a:lvl3pPr>
                <a:lvl4pPr marL="1600200" indent="-228600">
                  <a:defRPr sz="2400">
                    <a:solidFill>
                      <a:schemeClr val="bg1"/>
                    </a:solidFill>
                    <a:latin typeface="Futura Md BT" pitchFamily="34" charset="0"/>
                  </a:defRPr>
                </a:lvl4pPr>
                <a:lvl5pPr marL="2057400" indent="-228600">
                  <a:defRPr sz="2400">
                    <a:solidFill>
                      <a:schemeClr val="bg1"/>
                    </a:solidFill>
                    <a:latin typeface="Futura Md BT" pitchFamily="34" charset="0"/>
                  </a:defRPr>
                </a:lvl5pPr>
                <a:lvl6pPr marL="2514600" indent="-228600" algn="ctr" eaLnBrk="0" fontAlgn="base" hangingPunct="0">
                  <a:spcBef>
                    <a:spcPct val="0"/>
                  </a:spcBef>
                  <a:spcAft>
                    <a:spcPct val="0"/>
                  </a:spcAft>
                  <a:defRPr sz="2400">
                    <a:solidFill>
                      <a:schemeClr val="bg1"/>
                    </a:solidFill>
                    <a:latin typeface="Futura Md BT" pitchFamily="34" charset="0"/>
                  </a:defRPr>
                </a:lvl6pPr>
                <a:lvl7pPr marL="2971800" indent="-228600" algn="ctr" eaLnBrk="0" fontAlgn="base" hangingPunct="0">
                  <a:spcBef>
                    <a:spcPct val="0"/>
                  </a:spcBef>
                  <a:spcAft>
                    <a:spcPct val="0"/>
                  </a:spcAft>
                  <a:defRPr sz="2400">
                    <a:solidFill>
                      <a:schemeClr val="bg1"/>
                    </a:solidFill>
                    <a:latin typeface="Futura Md BT" pitchFamily="34" charset="0"/>
                  </a:defRPr>
                </a:lvl7pPr>
                <a:lvl8pPr marL="3429000" indent="-228600" algn="ctr" eaLnBrk="0" fontAlgn="base" hangingPunct="0">
                  <a:spcBef>
                    <a:spcPct val="0"/>
                  </a:spcBef>
                  <a:spcAft>
                    <a:spcPct val="0"/>
                  </a:spcAft>
                  <a:defRPr sz="2400">
                    <a:solidFill>
                      <a:schemeClr val="bg1"/>
                    </a:solidFill>
                    <a:latin typeface="Futura Md BT" pitchFamily="34" charset="0"/>
                  </a:defRPr>
                </a:lvl8pPr>
                <a:lvl9pPr marL="3886200" indent="-228600" algn="ctr" eaLnBrk="0" fontAlgn="base" hangingPunct="0">
                  <a:spcBef>
                    <a:spcPct val="0"/>
                  </a:spcBef>
                  <a:spcAft>
                    <a:spcPct val="0"/>
                  </a:spcAft>
                  <a:defRPr sz="2400">
                    <a:solidFill>
                      <a:schemeClr val="bg1"/>
                    </a:solidFill>
                    <a:latin typeface="Futura Md BT" pitchFamily="34" charset="0"/>
                  </a:defRPr>
                </a:lvl9pPr>
              </a:lstStyle>
              <a:p>
                <a:endParaRPr lang="en-CA" altLang="en-US"/>
              </a:p>
            </p:txBody>
          </p:sp>
          <p:sp>
            <p:nvSpPr>
              <p:cNvPr id="21" name="Line 42">
                <a:extLst>
                  <a:ext uri="{FF2B5EF4-FFF2-40B4-BE49-F238E27FC236}">
                    <a16:creationId xmlns:a16="http://schemas.microsoft.com/office/drawing/2014/main" id="{4C882DDF-4D90-458E-9956-E45DD18B43C8}"/>
                  </a:ext>
                </a:extLst>
              </p:cNvPr>
              <p:cNvSpPr>
                <a:spLocks noChangeShapeType="1"/>
              </p:cNvSpPr>
              <p:nvPr/>
            </p:nvSpPr>
            <p:spPr bwMode="auto">
              <a:xfrm flipH="1">
                <a:off x="4318" y="2766"/>
                <a:ext cx="258" cy="261"/>
              </a:xfrm>
              <a:prstGeom prst="line">
                <a:avLst/>
              </a:prstGeom>
              <a:grpFill/>
              <a:ln w="19050">
                <a:solidFill>
                  <a:schemeClr val="tx1"/>
                </a:solidFill>
                <a:round/>
                <a:headEnd type="oval" w="med" len="med"/>
                <a:tailEnd type="triangl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8" name="AutoShape 31">
              <a:extLst>
                <a:ext uri="{FF2B5EF4-FFF2-40B4-BE49-F238E27FC236}">
                  <a16:creationId xmlns:a16="http://schemas.microsoft.com/office/drawing/2014/main" id="{38472E0C-E129-4E30-85E7-F2AFDAED622C}"/>
                </a:ext>
              </a:extLst>
            </p:cNvPr>
            <p:cNvSpPr>
              <a:spLocks noChangeArrowheads="1"/>
            </p:cNvSpPr>
            <p:nvPr/>
          </p:nvSpPr>
          <p:spPr bwMode="auto">
            <a:xfrm>
              <a:off x="2496" y="3120"/>
              <a:ext cx="624" cy="192"/>
            </a:xfrm>
            <a:prstGeom prst="wedgeRectCallout">
              <a:avLst>
                <a:gd name="adj1" fmla="val 33669"/>
                <a:gd name="adj2" fmla="val -196465"/>
              </a:avLst>
            </a:prstGeom>
            <a:solidFill>
              <a:srgbClr val="FFFFFF"/>
            </a:solidFill>
            <a:ln w="9525">
              <a:solidFill>
                <a:schemeClr val="accent2">
                  <a:lumMod val="60000"/>
                  <a:lumOff val="4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0" rIns="36000" bIns="0"/>
            <a:lstStyle>
              <a:lvl1pPr>
                <a:defRPr sz="2400">
                  <a:solidFill>
                    <a:schemeClr val="bg1"/>
                  </a:solidFill>
                  <a:latin typeface="Futura Md BT" pitchFamily="34" charset="0"/>
                </a:defRPr>
              </a:lvl1pPr>
              <a:lvl2pPr marL="742950" indent="-285750">
                <a:defRPr sz="2400">
                  <a:solidFill>
                    <a:schemeClr val="bg1"/>
                  </a:solidFill>
                  <a:latin typeface="Futura Md BT" pitchFamily="34" charset="0"/>
                </a:defRPr>
              </a:lvl2pPr>
              <a:lvl3pPr marL="1143000" indent="-228600">
                <a:defRPr sz="2400">
                  <a:solidFill>
                    <a:schemeClr val="bg1"/>
                  </a:solidFill>
                  <a:latin typeface="Futura Md BT" pitchFamily="34" charset="0"/>
                </a:defRPr>
              </a:lvl3pPr>
              <a:lvl4pPr marL="1600200" indent="-228600">
                <a:defRPr sz="2400">
                  <a:solidFill>
                    <a:schemeClr val="bg1"/>
                  </a:solidFill>
                  <a:latin typeface="Futura Md BT" pitchFamily="34" charset="0"/>
                </a:defRPr>
              </a:lvl4pPr>
              <a:lvl5pPr marL="2057400" indent="-228600">
                <a:defRPr sz="2400">
                  <a:solidFill>
                    <a:schemeClr val="bg1"/>
                  </a:solidFill>
                  <a:latin typeface="Futura Md BT" pitchFamily="34" charset="0"/>
                </a:defRPr>
              </a:lvl5pPr>
              <a:lvl6pPr marL="2514600" indent="-228600" algn="ctr" eaLnBrk="0" fontAlgn="base" hangingPunct="0">
                <a:spcBef>
                  <a:spcPct val="0"/>
                </a:spcBef>
                <a:spcAft>
                  <a:spcPct val="0"/>
                </a:spcAft>
                <a:defRPr sz="2400">
                  <a:solidFill>
                    <a:schemeClr val="bg1"/>
                  </a:solidFill>
                  <a:latin typeface="Futura Md BT" pitchFamily="34" charset="0"/>
                </a:defRPr>
              </a:lvl6pPr>
              <a:lvl7pPr marL="2971800" indent="-228600" algn="ctr" eaLnBrk="0" fontAlgn="base" hangingPunct="0">
                <a:spcBef>
                  <a:spcPct val="0"/>
                </a:spcBef>
                <a:spcAft>
                  <a:spcPct val="0"/>
                </a:spcAft>
                <a:defRPr sz="2400">
                  <a:solidFill>
                    <a:schemeClr val="bg1"/>
                  </a:solidFill>
                  <a:latin typeface="Futura Md BT" pitchFamily="34" charset="0"/>
                </a:defRPr>
              </a:lvl7pPr>
              <a:lvl8pPr marL="3429000" indent="-228600" algn="ctr" eaLnBrk="0" fontAlgn="base" hangingPunct="0">
                <a:spcBef>
                  <a:spcPct val="0"/>
                </a:spcBef>
                <a:spcAft>
                  <a:spcPct val="0"/>
                </a:spcAft>
                <a:defRPr sz="2400">
                  <a:solidFill>
                    <a:schemeClr val="bg1"/>
                  </a:solidFill>
                  <a:latin typeface="Futura Md BT" pitchFamily="34" charset="0"/>
                </a:defRPr>
              </a:lvl8pPr>
              <a:lvl9pPr marL="3886200" indent="-228600" algn="ctr" eaLnBrk="0" fontAlgn="base" hangingPunct="0">
                <a:spcBef>
                  <a:spcPct val="0"/>
                </a:spcBef>
                <a:spcAft>
                  <a:spcPct val="0"/>
                </a:spcAft>
                <a:defRPr sz="2400">
                  <a:solidFill>
                    <a:schemeClr val="bg1"/>
                  </a:solidFill>
                  <a:latin typeface="Futura Md BT" pitchFamily="34" charset="0"/>
                </a:defRPr>
              </a:lvl9pPr>
            </a:lstStyle>
            <a:p>
              <a:pPr algn="ctr"/>
              <a:r>
                <a:rPr lang="en-GB" altLang="en-US" sz="2000" dirty="0">
                  <a:solidFill>
                    <a:schemeClr val="accent1"/>
                  </a:solidFill>
                  <a:latin typeface="Times New Roman" panose="02020603050405020304" pitchFamily="18" charset="0"/>
                </a:rPr>
                <a:t>element</a:t>
              </a:r>
              <a:endParaRPr lang="en-GB" altLang="en-US" sz="2000" dirty="0">
                <a:solidFill>
                  <a:schemeClr val="accent1"/>
                </a:solidFill>
                <a:latin typeface="Times New Roman" panose="02020603050405020304" pitchFamily="18" charset="0"/>
                <a:cs typeface="Times New Roman" panose="02020603050405020304" pitchFamily="18" charset="0"/>
              </a:endParaRPr>
            </a:p>
          </p:txBody>
        </p:sp>
        <p:sp>
          <p:nvSpPr>
            <p:cNvPr id="6" name="AutoShape 29">
              <a:extLst>
                <a:ext uri="{FF2B5EF4-FFF2-40B4-BE49-F238E27FC236}">
                  <a16:creationId xmlns:a16="http://schemas.microsoft.com/office/drawing/2014/main" id="{D95E9FE1-5123-4A90-82A3-983E951CA07B}"/>
                </a:ext>
              </a:extLst>
            </p:cNvPr>
            <p:cNvSpPr>
              <a:spLocks noChangeArrowheads="1"/>
            </p:cNvSpPr>
            <p:nvPr/>
          </p:nvSpPr>
          <p:spPr bwMode="auto">
            <a:xfrm>
              <a:off x="4154" y="3120"/>
              <a:ext cx="576" cy="192"/>
            </a:xfrm>
            <a:prstGeom prst="wedgeRectCallout">
              <a:avLst>
                <a:gd name="adj1" fmla="val -36774"/>
                <a:gd name="adj2" fmla="val -189394"/>
              </a:avLst>
            </a:prstGeom>
            <a:solidFill>
              <a:srgbClr val="FFFFFF"/>
            </a:solidFill>
            <a:ln w="9525">
              <a:solidFill>
                <a:schemeClr val="accent2">
                  <a:lumMod val="60000"/>
                  <a:lumOff val="4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0" rIns="36000" bIns="0"/>
            <a:lstStyle>
              <a:lvl1pPr>
                <a:defRPr sz="2400">
                  <a:solidFill>
                    <a:schemeClr val="bg1"/>
                  </a:solidFill>
                  <a:latin typeface="Futura Md BT" pitchFamily="34" charset="0"/>
                </a:defRPr>
              </a:lvl1pPr>
              <a:lvl2pPr marL="742950" indent="-285750">
                <a:defRPr sz="2400">
                  <a:solidFill>
                    <a:schemeClr val="bg1"/>
                  </a:solidFill>
                  <a:latin typeface="Futura Md BT" pitchFamily="34" charset="0"/>
                </a:defRPr>
              </a:lvl2pPr>
              <a:lvl3pPr marL="1143000" indent="-228600">
                <a:defRPr sz="2400">
                  <a:solidFill>
                    <a:schemeClr val="bg1"/>
                  </a:solidFill>
                  <a:latin typeface="Futura Md BT" pitchFamily="34" charset="0"/>
                </a:defRPr>
              </a:lvl3pPr>
              <a:lvl4pPr marL="1600200" indent="-228600">
                <a:defRPr sz="2400">
                  <a:solidFill>
                    <a:schemeClr val="bg1"/>
                  </a:solidFill>
                  <a:latin typeface="Futura Md BT" pitchFamily="34" charset="0"/>
                </a:defRPr>
              </a:lvl4pPr>
              <a:lvl5pPr marL="2057400" indent="-228600">
                <a:defRPr sz="2400">
                  <a:solidFill>
                    <a:schemeClr val="bg1"/>
                  </a:solidFill>
                  <a:latin typeface="Futura Md BT" pitchFamily="34" charset="0"/>
                </a:defRPr>
              </a:lvl5pPr>
              <a:lvl6pPr marL="2514600" indent="-228600" algn="ctr" eaLnBrk="0" fontAlgn="base" hangingPunct="0">
                <a:spcBef>
                  <a:spcPct val="0"/>
                </a:spcBef>
                <a:spcAft>
                  <a:spcPct val="0"/>
                </a:spcAft>
                <a:defRPr sz="2400">
                  <a:solidFill>
                    <a:schemeClr val="bg1"/>
                  </a:solidFill>
                  <a:latin typeface="Futura Md BT" pitchFamily="34" charset="0"/>
                </a:defRPr>
              </a:lvl6pPr>
              <a:lvl7pPr marL="2971800" indent="-228600" algn="ctr" eaLnBrk="0" fontAlgn="base" hangingPunct="0">
                <a:spcBef>
                  <a:spcPct val="0"/>
                </a:spcBef>
                <a:spcAft>
                  <a:spcPct val="0"/>
                </a:spcAft>
                <a:defRPr sz="2400">
                  <a:solidFill>
                    <a:schemeClr val="bg1"/>
                  </a:solidFill>
                  <a:latin typeface="Futura Md BT" pitchFamily="34" charset="0"/>
                </a:defRPr>
              </a:lvl7pPr>
              <a:lvl8pPr marL="3429000" indent="-228600" algn="ctr" eaLnBrk="0" fontAlgn="base" hangingPunct="0">
                <a:spcBef>
                  <a:spcPct val="0"/>
                </a:spcBef>
                <a:spcAft>
                  <a:spcPct val="0"/>
                </a:spcAft>
                <a:defRPr sz="2400">
                  <a:solidFill>
                    <a:schemeClr val="bg1"/>
                  </a:solidFill>
                  <a:latin typeface="Futura Md BT" pitchFamily="34" charset="0"/>
                </a:defRPr>
              </a:lvl8pPr>
              <a:lvl9pPr marL="3886200" indent="-228600" algn="ctr" eaLnBrk="0" fontAlgn="base" hangingPunct="0">
                <a:spcBef>
                  <a:spcPct val="0"/>
                </a:spcBef>
                <a:spcAft>
                  <a:spcPct val="0"/>
                </a:spcAft>
                <a:defRPr sz="2400">
                  <a:solidFill>
                    <a:schemeClr val="bg1"/>
                  </a:solidFill>
                  <a:latin typeface="Futura Md BT" pitchFamily="34" charset="0"/>
                </a:defRPr>
              </a:lvl9pPr>
            </a:lstStyle>
            <a:p>
              <a:pPr algn="ctr"/>
              <a:r>
                <a:rPr lang="en-GB" altLang="en-US" sz="2000" dirty="0">
                  <a:solidFill>
                    <a:schemeClr val="accent1"/>
                  </a:solidFill>
                  <a:latin typeface="Times New Roman" panose="02020603050405020304" pitchFamily="18" charset="0"/>
                </a:rPr>
                <a:t>null</a:t>
              </a:r>
              <a:r>
                <a:rPr lang="en-GB" altLang="en-US" sz="2000" dirty="0">
                  <a:solidFill>
                    <a:srgbClr val="008000"/>
                  </a:solidFill>
                  <a:latin typeface="Times New Roman" panose="02020603050405020304" pitchFamily="18" charset="0"/>
                </a:rPr>
                <a:t> </a:t>
              </a:r>
              <a:r>
                <a:rPr lang="en-GB" altLang="en-US" sz="2000" dirty="0">
                  <a:solidFill>
                    <a:schemeClr val="accent1"/>
                  </a:solidFill>
                  <a:latin typeface="Times New Roman" panose="02020603050405020304" pitchFamily="18" charset="0"/>
                </a:rPr>
                <a:t>link</a:t>
              </a:r>
              <a:endParaRPr lang="en-GB" altLang="en-US" sz="2000" dirty="0">
                <a:solidFill>
                  <a:schemeClr val="accent1"/>
                </a:solidFill>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41686503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18C6C-AC38-4201-A641-521C70A8212A}"/>
              </a:ext>
            </a:extLst>
          </p:cNvPr>
          <p:cNvSpPr>
            <a:spLocks noGrp="1"/>
          </p:cNvSpPr>
          <p:nvPr>
            <p:ph type="title"/>
          </p:nvPr>
        </p:nvSpPr>
        <p:spPr/>
        <p:txBody>
          <a:bodyPr/>
          <a:lstStyle/>
          <a:p>
            <a:r>
              <a:rPr lang="en-US" altLang="en-US" dirty="0"/>
              <a:t>Linked Lists Concepts</a:t>
            </a:r>
            <a:endParaRPr lang="en-CA" dirty="0"/>
          </a:p>
        </p:txBody>
      </p:sp>
      <p:sp>
        <p:nvSpPr>
          <p:cNvPr id="3" name="Content Placeholder 2">
            <a:extLst>
              <a:ext uri="{FF2B5EF4-FFF2-40B4-BE49-F238E27FC236}">
                <a16:creationId xmlns:a16="http://schemas.microsoft.com/office/drawing/2014/main" id="{F37954D6-174B-453F-96C4-7B1E8E5672EF}"/>
              </a:ext>
            </a:extLst>
          </p:cNvPr>
          <p:cNvSpPr>
            <a:spLocks noGrp="1"/>
          </p:cNvSpPr>
          <p:nvPr>
            <p:ph idx="1"/>
          </p:nvPr>
        </p:nvSpPr>
        <p:spPr/>
        <p:txBody>
          <a:bodyPr/>
          <a:lstStyle/>
          <a:p>
            <a:r>
              <a:rPr lang="en-US" altLang="en-US" dirty="0">
                <a:cs typeface="Times New Roman" panose="02020603050405020304" pitchFamily="18" charset="0"/>
              </a:rPr>
              <a:t>The </a:t>
            </a:r>
            <a:r>
              <a:rPr lang="en-US" altLang="en-US" i="1" dirty="0">
                <a:cs typeface="Times New Roman" panose="02020603050405020304" pitchFamily="18" charset="0"/>
              </a:rPr>
              <a:t>length</a:t>
            </a:r>
            <a:r>
              <a:rPr lang="en-US" altLang="en-US" dirty="0">
                <a:cs typeface="Times New Roman" panose="02020603050405020304" pitchFamily="18" charset="0"/>
              </a:rPr>
              <a:t> of a linked list is the number of nodes</a:t>
            </a:r>
          </a:p>
          <a:p>
            <a:r>
              <a:rPr lang="en-US" altLang="en-US" dirty="0">
                <a:cs typeface="Times New Roman" panose="02020603050405020304" pitchFamily="18" charset="0"/>
              </a:rPr>
              <a:t>An empty linked list has no nodes</a:t>
            </a:r>
          </a:p>
          <a:p>
            <a:r>
              <a:rPr lang="en-US" altLang="en-US" dirty="0">
                <a:cs typeface="Times New Roman" panose="02020603050405020304" pitchFamily="18" charset="0"/>
              </a:rPr>
              <a:t>In a linked list:</a:t>
            </a:r>
          </a:p>
          <a:p>
            <a:pPr lvl="1"/>
            <a:r>
              <a:rPr lang="en-US" altLang="en-US" dirty="0">
                <a:cs typeface="Times New Roman" panose="02020603050405020304" pitchFamily="18" charset="0"/>
              </a:rPr>
              <a:t>We can manipulate the individual elements</a:t>
            </a:r>
          </a:p>
          <a:p>
            <a:pPr lvl="1"/>
            <a:r>
              <a:rPr lang="en-US" altLang="en-US" dirty="0">
                <a:cs typeface="Times New Roman" panose="02020603050405020304" pitchFamily="18" charset="0"/>
              </a:rPr>
              <a:t>We can manipulate the links thus changing the linked list’s very structure! (This is impossible in an array)</a:t>
            </a:r>
          </a:p>
          <a:p>
            <a:pPr lvl="1"/>
            <a:endParaRPr lang="en-US" altLang="en-US" dirty="0">
              <a:cs typeface="Times New Roman" panose="02020603050405020304" pitchFamily="18" charset="0"/>
            </a:endParaRPr>
          </a:p>
          <a:p>
            <a:r>
              <a:rPr lang="en-US" altLang="en-US" sz="2800" dirty="0">
                <a:cs typeface="Times New Roman" panose="02020603050405020304" pitchFamily="18" charset="0"/>
              </a:rPr>
              <a:t>Linked lists make use of </a:t>
            </a:r>
            <a:r>
              <a:rPr lang="en-US" altLang="en-US" sz="2800" b="1" dirty="0">
                <a:cs typeface="Times New Roman" panose="02020603050405020304" pitchFamily="18" charset="0"/>
              </a:rPr>
              <a:t>dynamic memory allocation</a:t>
            </a:r>
            <a:r>
              <a:rPr lang="en-US" altLang="en-US" sz="2800" dirty="0">
                <a:cs typeface="Times New Roman" panose="02020603050405020304" pitchFamily="18" charset="0"/>
              </a:rPr>
              <a:t>, size of a linked list changes as nodes are added and removed </a:t>
            </a:r>
          </a:p>
          <a:p>
            <a:endParaRPr lang="en-US" altLang="en-US" dirty="0"/>
          </a:p>
          <a:p>
            <a:endParaRPr lang="en-CA" dirty="0"/>
          </a:p>
        </p:txBody>
      </p:sp>
    </p:spTree>
    <p:extLst>
      <p:ext uri="{BB962C8B-B14F-4D97-AF65-F5344CB8AC3E}">
        <p14:creationId xmlns:p14="http://schemas.microsoft.com/office/powerpoint/2010/main" val="15213298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63B70-9E29-4B1E-87F4-AFFD2B07EED3}"/>
              </a:ext>
            </a:extLst>
          </p:cNvPr>
          <p:cNvSpPr>
            <a:spLocks noGrp="1"/>
          </p:cNvSpPr>
          <p:nvPr>
            <p:ph type="title"/>
          </p:nvPr>
        </p:nvSpPr>
        <p:spPr/>
        <p:txBody>
          <a:bodyPr/>
          <a:lstStyle/>
          <a:p>
            <a:r>
              <a:rPr lang="en-US" dirty="0"/>
              <a:t>Manipulating Linked Lists</a:t>
            </a:r>
            <a:endParaRPr lang="en-CA" dirty="0"/>
          </a:p>
        </p:txBody>
      </p:sp>
      <p:sp>
        <p:nvSpPr>
          <p:cNvPr id="3" name="Content Placeholder 2">
            <a:extLst>
              <a:ext uri="{FF2B5EF4-FFF2-40B4-BE49-F238E27FC236}">
                <a16:creationId xmlns:a16="http://schemas.microsoft.com/office/drawing/2014/main" id="{37DE6C35-7CEA-473D-ABD2-7C4CE1A60900}"/>
              </a:ext>
            </a:extLst>
          </p:cNvPr>
          <p:cNvSpPr>
            <a:spLocks noGrp="1"/>
          </p:cNvSpPr>
          <p:nvPr>
            <p:ph idx="1"/>
          </p:nvPr>
        </p:nvSpPr>
        <p:spPr/>
        <p:txBody>
          <a:bodyPr>
            <a:normAutofit lnSpcReduction="10000"/>
          </a:bodyPr>
          <a:lstStyle/>
          <a:p>
            <a:pPr>
              <a:spcBef>
                <a:spcPct val="45000"/>
              </a:spcBef>
            </a:pPr>
            <a:r>
              <a:rPr lang="en-US" altLang="en-US" sz="2800" dirty="0">
                <a:cs typeface="Times New Roman" panose="02020603050405020304" pitchFamily="18" charset="0"/>
              </a:rPr>
              <a:t>2 important consequences for manipulation operations:</a:t>
            </a:r>
          </a:p>
          <a:p>
            <a:pPr marL="914400" lvl="1" indent="-457200">
              <a:spcBef>
                <a:spcPct val="45000"/>
              </a:spcBef>
              <a:buFont typeface="+mj-lt"/>
              <a:buAutoNum type="arabicPeriod"/>
            </a:pPr>
            <a:r>
              <a:rPr lang="en-US" altLang="en-US" dirty="0">
                <a:cs typeface="Times New Roman" panose="02020603050405020304" pitchFamily="18" charset="0"/>
              </a:rPr>
              <a:t>Once we have found an insertion (add) or deletion (remove) point, the insertion or deletion can take place without shifting data elements</a:t>
            </a:r>
          </a:p>
          <a:p>
            <a:pPr marL="914400" lvl="1" indent="-457200">
              <a:spcBef>
                <a:spcPct val="45000"/>
              </a:spcBef>
              <a:buFont typeface="+mj-lt"/>
              <a:buAutoNum type="arabicPeriod"/>
            </a:pPr>
            <a:r>
              <a:rPr lang="en-US" altLang="en-US" dirty="0">
                <a:cs typeface="Times New Roman" panose="02020603050405020304" pitchFamily="18" charset="0"/>
              </a:rPr>
              <a:t>The linked list can be resized during each insertion or deletion with no extra memory cost and no copying (shifting) of data elements</a:t>
            </a:r>
          </a:p>
          <a:p>
            <a:pPr lvl="1">
              <a:spcBef>
                <a:spcPct val="45000"/>
              </a:spcBef>
            </a:pPr>
            <a:endParaRPr lang="en-US" altLang="en-US" dirty="0">
              <a:cs typeface="Times New Roman" panose="02020603050405020304" pitchFamily="18" charset="0"/>
            </a:endParaRPr>
          </a:p>
          <a:p>
            <a:pPr>
              <a:spcBef>
                <a:spcPct val="45000"/>
              </a:spcBef>
            </a:pPr>
            <a:r>
              <a:rPr lang="en-US" altLang="en-US" sz="2800" dirty="0">
                <a:cs typeface="Times New Roman" panose="02020603050405020304" pitchFamily="18" charset="0"/>
              </a:rPr>
              <a:t>Note: no direct/random access – must start at the head and follow the links until the desired position or element is reached </a:t>
            </a:r>
            <a:endParaRPr lang="en-CA" dirty="0"/>
          </a:p>
        </p:txBody>
      </p:sp>
    </p:spTree>
    <p:extLst>
      <p:ext uri="{BB962C8B-B14F-4D97-AF65-F5344CB8AC3E}">
        <p14:creationId xmlns:p14="http://schemas.microsoft.com/office/powerpoint/2010/main" val="39835652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133C19-94A0-4D16-9793-2F7D60279FC6}"/>
              </a:ext>
            </a:extLst>
          </p:cNvPr>
          <p:cNvSpPr>
            <a:spLocks noGrp="1"/>
          </p:cNvSpPr>
          <p:nvPr>
            <p:ph type="title"/>
          </p:nvPr>
        </p:nvSpPr>
        <p:spPr/>
        <p:txBody>
          <a:bodyPr/>
          <a:lstStyle/>
          <a:p>
            <a:r>
              <a:rPr lang="en-US" altLang="en-US" dirty="0"/>
              <a:t>Singly-Linked Lists (SLL)</a:t>
            </a:r>
            <a:endParaRPr lang="en-CA" dirty="0"/>
          </a:p>
        </p:txBody>
      </p:sp>
      <p:sp>
        <p:nvSpPr>
          <p:cNvPr id="3" name="Content Placeholder 2">
            <a:extLst>
              <a:ext uri="{FF2B5EF4-FFF2-40B4-BE49-F238E27FC236}">
                <a16:creationId xmlns:a16="http://schemas.microsoft.com/office/drawing/2014/main" id="{356C5289-55BE-40D4-9849-87B3DBDBA7EA}"/>
              </a:ext>
            </a:extLst>
          </p:cNvPr>
          <p:cNvSpPr>
            <a:spLocks noGrp="1"/>
          </p:cNvSpPr>
          <p:nvPr>
            <p:ph idx="1"/>
          </p:nvPr>
        </p:nvSpPr>
        <p:spPr/>
        <p:txBody>
          <a:bodyPr/>
          <a:lstStyle/>
          <a:p>
            <a:pPr>
              <a:lnSpc>
                <a:spcPct val="110000"/>
              </a:lnSpc>
            </a:pPr>
            <a:r>
              <a:rPr lang="en-US" altLang="en-US" sz="2800" dirty="0">
                <a:cs typeface="Times New Roman" panose="02020603050405020304" pitchFamily="18" charset="0"/>
              </a:rPr>
              <a:t>Definition: a sequence of nodes, connected by links in one direction only</a:t>
            </a:r>
          </a:p>
          <a:p>
            <a:pPr lvl="1">
              <a:lnSpc>
                <a:spcPct val="110000"/>
              </a:lnSpc>
            </a:pPr>
            <a:r>
              <a:rPr lang="en-US" altLang="en-US" dirty="0">
                <a:cs typeface="Times New Roman" panose="02020603050405020304" pitchFamily="18" charset="0"/>
              </a:rPr>
              <a:t>Each SLL node contains a single element, plus a link to the node’s successor (or a null link if tail)</a:t>
            </a:r>
          </a:p>
          <a:p>
            <a:pPr lvl="1">
              <a:lnSpc>
                <a:spcPct val="110000"/>
              </a:lnSpc>
            </a:pPr>
            <a:r>
              <a:rPr lang="en-US" altLang="en-US" dirty="0">
                <a:cs typeface="Times New Roman" panose="02020603050405020304" pitchFamily="18" charset="0"/>
              </a:rPr>
              <a:t>An SLL head contains a link to the SLL’s first node (or a null link if the SLL is empty) and tail – to the SLL’s last node</a:t>
            </a:r>
          </a:p>
        </p:txBody>
      </p:sp>
      <p:sp>
        <p:nvSpPr>
          <p:cNvPr id="4" name="Rectangle 5">
            <a:extLst>
              <a:ext uri="{FF2B5EF4-FFF2-40B4-BE49-F238E27FC236}">
                <a16:creationId xmlns:a16="http://schemas.microsoft.com/office/drawing/2014/main" id="{BB382D90-8661-4BA9-9CEB-0DC5644874B8}"/>
              </a:ext>
            </a:extLst>
          </p:cNvPr>
          <p:cNvSpPr>
            <a:spLocks noChangeArrowheads="1"/>
          </p:cNvSpPr>
          <p:nvPr/>
        </p:nvSpPr>
        <p:spPr bwMode="auto">
          <a:xfrm>
            <a:off x="2700528" y="4731449"/>
            <a:ext cx="304800" cy="304800"/>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lvl1pPr>
              <a:defRPr sz="2400">
                <a:solidFill>
                  <a:schemeClr val="bg1"/>
                </a:solidFill>
                <a:latin typeface="Futura Md BT" pitchFamily="34" charset="0"/>
              </a:defRPr>
            </a:lvl1pPr>
            <a:lvl2pPr marL="742950" indent="-285750">
              <a:defRPr sz="2400">
                <a:solidFill>
                  <a:schemeClr val="bg1"/>
                </a:solidFill>
                <a:latin typeface="Futura Md BT" pitchFamily="34" charset="0"/>
              </a:defRPr>
            </a:lvl2pPr>
            <a:lvl3pPr marL="1143000" indent="-228600">
              <a:defRPr sz="2400">
                <a:solidFill>
                  <a:schemeClr val="bg1"/>
                </a:solidFill>
                <a:latin typeface="Futura Md BT" pitchFamily="34" charset="0"/>
              </a:defRPr>
            </a:lvl3pPr>
            <a:lvl4pPr marL="1600200" indent="-228600">
              <a:defRPr sz="2400">
                <a:solidFill>
                  <a:schemeClr val="bg1"/>
                </a:solidFill>
                <a:latin typeface="Futura Md BT" pitchFamily="34" charset="0"/>
              </a:defRPr>
            </a:lvl4pPr>
            <a:lvl5pPr marL="2057400" indent="-228600">
              <a:defRPr sz="2400">
                <a:solidFill>
                  <a:schemeClr val="bg1"/>
                </a:solidFill>
                <a:latin typeface="Futura Md BT" pitchFamily="34" charset="0"/>
              </a:defRPr>
            </a:lvl5pPr>
            <a:lvl6pPr marL="2514600" indent="-228600" algn="ctr" eaLnBrk="0" fontAlgn="base" hangingPunct="0">
              <a:spcBef>
                <a:spcPct val="0"/>
              </a:spcBef>
              <a:spcAft>
                <a:spcPct val="0"/>
              </a:spcAft>
              <a:defRPr sz="2400">
                <a:solidFill>
                  <a:schemeClr val="bg1"/>
                </a:solidFill>
                <a:latin typeface="Futura Md BT" pitchFamily="34" charset="0"/>
              </a:defRPr>
            </a:lvl6pPr>
            <a:lvl7pPr marL="2971800" indent="-228600" algn="ctr" eaLnBrk="0" fontAlgn="base" hangingPunct="0">
              <a:spcBef>
                <a:spcPct val="0"/>
              </a:spcBef>
              <a:spcAft>
                <a:spcPct val="0"/>
              </a:spcAft>
              <a:defRPr sz="2400">
                <a:solidFill>
                  <a:schemeClr val="bg1"/>
                </a:solidFill>
                <a:latin typeface="Futura Md BT" pitchFamily="34" charset="0"/>
              </a:defRPr>
            </a:lvl7pPr>
            <a:lvl8pPr marL="3429000" indent="-228600" algn="ctr" eaLnBrk="0" fontAlgn="base" hangingPunct="0">
              <a:spcBef>
                <a:spcPct val="0"/>
              </a:spcBef>
              <a:spcAft>
                <a:spcPct val="0"/>
              </a:spcAft>
              <a:defRPr sz="2400">
                <a:solidFill>
                  <a:schemeClr val="bg1"/>
                </a:solidFill>
                <a:latin typeface="Futura Md BT" pitchFamily="34" charset="0"/>
              </a:defRPr>
            </a:lvl8pPr>
            <a:lvl9pPr marL="3886200" indent="-228600" algn="ctr" eaLnBrk="0" fontAlgn="base" hangingPunct="0">
              <a:spcBef>
                <a:spcPct val="0"/>
              </a:spcBef>
              <a:spcAft>
                <a:spcPct val="0"/>
              </a:spcAft>
              <a:defRPr sz="2400">
                <a:solidFill>
                  <a:schemeClr val="bg1"/>
                </a:solidFill>
                <a:latin typeface="Futura Md BT" pitchFamily="34" charset="0"/>
              </a:defRPr>
            </a:lvl9pPr>
          </a:lstStyle>
          <a:p>
            <a:pPr algn="ctr"/>
            <a:endParaRPr lang="en-CA" altLang="en-US"/>
          </a:p>
        </p:txBody>
      </p:sp>
      <p:sp>
        <p:nvSpPr>
          <p:cNvPr id="5" name="Line 6">
            <a:extLst>
              <a:ext uri="{FF2B5EF4-FFF2-40B4-BE49-F238E27FC236}">
                <a16:creationId xmlns:a16="http://schemas.microsoft.com/office/drawing/2014/main" id="{D9BCF1E3-1EBC-4BE3-9DAB-7E77AB9203CB}"/>
              </a:ext>
            </a:extLst>
          </p:cNvPr>
          <p:cNvSpPr>
            <a:spLocks noChangeShapeType="1"/>
          </p:cNvSpPr>
          <p:nvPr/>
        </p:nvSpPr>
        <p:spPr bwMode="auto">
          <a:xfrm>
            <a:off x="2852928" y="4883849"/>
            <a:ext cx="838200" cy="0"/>
          </a:xfrm>
          <a:prstGeom prst="line">
            <a:avLst/>
          </a:prstGeom>
          <a:noFill/>
          <a:ln w="19050">
            <a:solidFill>
              <a:schemeClr val="tx1"/>
            </a:solidFill>
            <a:round/>
            <a:headEnd type="oval" w="med"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a:p>
        </p:txBody>
      </p:sp>
      <p:sp>
        <p:nvSpPr>
          <p:cNvPr id="6" name="Text Box 7">
            <a:extLst>
              <a:ext uri="{FF2B5EF4-FFF2-40B4-BE49-F238E27FC236}">
                <a16:creationId xmlns:a16="http://schemas.microsoft.com/office/drawing/2014/main" id="{DBDA0549-CF01-4FE4-A4FF-31B22E16298D}"/>
              </a:ext>
            </a:extLst>
          </p:cNvPr>
          <p:cNvSpPr txBox="1">
            <a:spLocks noChangeArrowheads="1"/>
          </p:cNvSpPr>
          <p:nvPr/>
        </p:nvSpPr>
        <p:spPr bwMode="auto">
          <a:xfrm>
            <a:off x="3691128" y="4731449"/>
            <a:ext cx="914400" cy="314325"/>
          </a:xfrm>
          <a:prstGeom prst="rect">
            <a:avLst/>
          </a:prstGeom>
          <a:solidFill>
            <a:schemeClr val="accent1">
              <a:lumMod val="20000"/>
              <a:lumOff val="80000"/>
            </a:schemeClr>
          </a:solidFill>
          <a:ln w="9525">
            <a:solidFill>
              <a:schemeClr val="tx1"/>
            </a:solidFill>
            <a:miter lim="800000"/>
            <a:headEnd/>
            <a:tailEnd/>
          </a:ln>
          <a:effectLst/>
        </p:spPr>
        <p:txBody>
          <a:bodyPr lIns="0" tIns="0" rIns="0" bIns="0">
            <a:spAutoFit/>
          </a:bodyPr>
          <a:lstStyle>
            <a:lvl1pPr>
              <a:defRPr sz="2400">
                <a:solidFill>
                  <a:schemeClr val="bg1"/>
                </a:solidFill>
                <a:latin typeface="Futura Md BT" pitchFamily="34" charset="0"/>
              </a:defRPr>
            </a:lvl1pPr>
            <a:lvl2pPr marL="742950" indent="-285750">
              <a:defRPr sz="2400">
                <a:solidFill>
                  <a:schemeClr val="bg1"/>
                </a:solidFill>
                <a:latin typeface="Futura Md BT" pitchFamily="34" charset="0"/>
              </a:defRPr>
            </a:lvl2pPr>
            <a:lvl3pPr marL="1143000" indent="-228600">
              <a:defRPr sz="2400">
                <a:solidFill>
                  <a:schemeClr val="bg1"/>
                </a:solidFill>
                <a:latin typeface="Futura Md BT" pitchFamily="34" charset="0"/>
              </a:defRPr>
            </a:lvl3pPr>
            <a:lvl4pPr marL="1600200" indent="-228600">
              <a:defRPr sz="2400">
                <a:solidFill>
                  <a:schemeClr val="bg1"/>
                </a:solidFill>
                <a:latin typeface="Futura Md BT" pitchFamily="34" charset="0"/>
              </a:defRPr>
            </a:lvl4pPr>
            <a:lvl5pPr marL="2057400" indent="-228600">
              <a:defRPr sz="2400">
                <a:solidFill>
                  <a:schemeClr val="bg1"/>
                </a:solidFill>
                <a:latin typeface="Futura Md BT" pitchFamily="34" charset="0"/>
              </a:defRPr>
            </a:lvl5pPr>
            <a:lvl6pPr marL="2514600" indent="-228600" algn="ctr" eaLnBrk="0" fontAlgn="base" hangingPunct="0">
              <a:spcBef>
                <a:spcPct val="0"/>
              </a:spcBef>
              <a:spcAft>
                <a:spcPct val="0"/>
              </a:spcAft>
              <a:defRPr sz="2400">
                <a:solidFill>
                  <a:schemeClr val="bg1"/>
                </a:solidFill>
                <a:latin typeface="Futura Md BT" pitchFamily="34" charset="0"/>
              </a:defRPr>
            </a:lvl6pPr>
            <a:lvl7pPr marL="2971800" indent="-228600" algn="ctr" eaLnBrk="0" fontAlgn="base" hangingPunct="0">
              <a:spcBef>
                <a:spcPct val="0"/>
              </a:spcBef>
              <a:spcAft>
                <a:spcPct val="0"/>
              </a:spcAft>
              <a:defRPr sz="2400">
                <a:solidFill>
                  <a:schemeClr val="bg1"/>
                </a:solidFill>
                <a:latin typeface="Futura Md BT" pitchFamily="34" charset="0"/>
              </a:defRPr>
            </a:lvl7pPr>
            <a:lvl8pPr marL="3429000" indent="-228600" algn="ctr" eaLnBrk="0" fontAlgn="base" hangingPunct="0">
              <a:spcBef>
                <a:spcPct val="0"/>
              </a:spcBef>
              <a:spcAft>
                <a:spcPct val="0"/>
              </a:spcAft>
              <a:defRPr sz="2400">
                <a:solidFill>
                  <a:schemeClr val="bg1"/>
                </a:solidFill>
                <a:latin typeface="Futura Md BT" pitchFamily="34" charset="0"/>
              </a:defRPr>
            </a:lvl8pPr>
            <a:lvl9pPr marL="3886200" indent="-228600" algn="ctr" eaLnBrk="0" fontAlgn="base" hangingPunct="0">
              <a:spcBef>
                <a:spcPct val="0"/>
              </a:spcBef>
              <a:spcAft>
                <a:spcPct val="0"/>
              </a:spcAft>
              <a:defRPr sz="2400">
                <a:solidFill>
                  <a:schemeClr val="bg1"/>
                </a:solidFill>
                <a:latin typeface="Futura Md BT" pitchFamily="34" charset="0"/>
              </a:defRPr>
            </a:lvl9pPr>
          </a:lstStyle>
          <a:p>
            <a:pPr algn="ctr">
              <a:spcBef>
                <a:spcPct val="50000"/>
              </a:spcBef>
            </a:pPr>
            <a:r>
              <a:rPr lang="en-GB" altLang="en-US" sz="2000">
                <a:solidFill>
                  <a:schemeClr val="tx1"/>
                </a:solidFill>
                <a:latin typeface="Times New Roman" panose="02020603050405020304" pitchFamily="18" charset="0"/>
              </a:rPr>
              <a:t>pig</a:t>
            </a:r>
          </a:p>
        </p:txBody>
      </p:sp>
      <p:sp>
        <p:nvSpPr>
          <p:cNvPr id="7" name="Text Box 8">
            <a:extLst>
              <a:ext uri="{FF2B5EF4-FFF2-40B4-BE49-F238E27FC236}">
                <a16:creationId xmlns:a16="http://schemas.microsoft.com/office/drawing/2014/main" id="{7EE832E1-DB8E-4E12-9020-1A627D78FEE7}"/>
              </a:ext>
            </a:extLst>
          </p:cNvPr>
          <p:cNvSpPr txBox="1">
            <a:spLocks noChangeArrowheads="1"/>
          </p:cNvSpPr>
          <p:nvPr/>
        </p:nvSpPr>
        <p:spPr bwMode="auto">
          <a:xfrm>
            <a:off x="5291328" y="4731449"/>
            <a:ext cx="914400" cy="314325"/>
          </a:xfrm>
          <a:prstGeom prst="rect">
            <a:avLst/>
          </a:prstGeom>
          <a:solidFill>
            <a:schemeClr val="accent1">
              <a:lumMod val="20000"/>
              <a:lumOff val="80000"/>
            </a:schemeClr>
          </a:solidFill>
          <a:ln w="9525">
            <a:solidFill>
              <a:schemeClr val="tx1"/>
            </a:solidFill>
            <a:miter lim="800000"/>
            <a:headEnd/>
            <a:tailEnd/>
          </a:ln>
          <a:effectLst/>
        </p:spPr>
        <p:txBody>
          <a:bodyPr lIns="0" tIns="0" rIns="0" bIns="0">
            <a:spAutoFit/>
          </a:bodyPr>
          <a:lstStyle>
            <a:lvl1pPr>
              <a:defRPr sz="2400">
                <a:solidFill>
                  <a:schemeClr val="bg1"/>
                </a:solidFill>
                <a:latin typeface="Futura Md BT" pitchFamily="34" charset="0"/>
              </a:defRPr>
            </a:lvl1pPr>
            <a:lvl2pPr marL="742950" indent="-285750">
              <a:defRPr sz="2400">
                <a:solidFill>
                  <a:schemeClr val="bg1"/>
                </a:solidFill>
                <a:latin typeface="Futura Md BT" pitchFamily="34" charset="0"/>
              </a:defRPr>
            </a:lvl2pPr>
            <a:lvl3pPr marL="1143000" indent="-228600">
              <a:defRPr sz="2400">
                <a:solidFill>
                  <a:schemeClr val="bg1"/>
                </a:solidFill>
                <a:latin typeface="Futura Md BT" pitchFamily="34" charset="0"/>
              </a:defRPr>
            </a:lvl3pPr>
            <a:lvl4pPr marL="1600200" indent="-228600">
              <a:defRPr sz="2400">
                <a:solidFill>
                  <a:schemeClr val="bg1"/>
                </a:solidFill>
                <a:latin typeface="Futura Md BT" pitchFamily="34" charset="0"/>
              </a:defRPr>
            </a:lvl4pPr>
            <a:lvl5pPr marL="2057400" indent="-228600">
              <a:defRPr sz="2400">
                <a:solidFill>
                  <a:schemeClr val="bg1"/>
                </a:solidFill>
                <a:latin typeface="Futura Md BT" pitchFamily="34" charset="0"/>
              </a:defRPr>
            </a:lvl5pPr>
            <a:lvl6pPr marL="2514600" indent="-228600" algn="ctr" eaLnBrk="0" fontAlgn="base" hangingPunct="0">
              <a:spcBef>
                <a:spcPct val="0"/>
              </a:spcBef>
              <a:spcAft>
                <a:spcPct val="0"/>
              </a:spcAft>
              <a:defRPr sz="2400">
                <a:solidFill>
                  <a:schemeClr val="bg1"/>
                </a:solidFill>
                <a:latin typeface="Futura Md BT" pitchFamily="34" charset="0"/>
              </a:defRPr>
            </a:lvl6pPr>
            <a:lvl7pPr marL="2971800" indent="-228600" algn="ctr" eaLnBrk="0" fontAlgn="base" hangingPunct="0">
              <a:spcBef>
                <a:spcPct val="0"/>
              </a:spcBef>
              <a:spcAft>
                <a:spcPct val="0"/>
              </a:spcAft>
              <a:defRPr sz="2400">
                <a:solidFill>
                  <a:schemeClr val="bg1"/>
                </a:solidFill>
                <a:latin typeface="Futura Md BT" pitchFamily="34" charset="0"/>
              </a:defRPr>
            </a:lvl7pPr>
            <a:lvl8pPr marL="3429000" indent="-228600" algn="ctr" eaLnBrk="0" fontAlgn="base" hangingPunct="0">
              <a:spcBef>
                <a:spcPct val="0"/>
              </a:spcBef>
              <a:spcAft>
                <a:spcPct val="0"/>
              </a:spcAft>
              <a:defRPr sz="2400">
                <a:solidFill>
                  <a:schemeClr val="bg1"/>
                </a:solidFill>
                <a:latin typeface="Futura Md BT" pitchFamily="34" charset="0"/>
              </a:defRPr>
            </a:lvl8pPr>
            <a:lvl9pPr marL="3886200" indent="-228600" algn="ctr" eaLnBrk="0" fontAlgn="base" hangingPunct="0">
              <a:spcBef>
                <a:spcPct val="0"/>
              </a:spcBef>
              <a:spcAft>
                <a:spcPct val="0"/>
              </a:spcAft>
              <a:defRPr sz="2400">
                <a:solidFill>
                  <a:schemeClr val="bg1"/>
                </a:solidFill>
                <a:latin typeface="Futura Md BT" pitchFamily="34" charset="0"/>
              </a:defRPr>
            </a:lvl9pPr>
          </a:lstStyle>
          <a:p>
            <a:pPr algn="ctr">
              <a:spcBef>
                <a:spcPct val="50000"/>
              </a:spcBef>
            </a:pPr>
            <a:r>
              <a:rPr lang="en-GB" altLang="en-US" sz="2000">
                <a:solidFill>
                  <a:schemeClr val="tx1"/>
                </a:solidFill>
                <a:latin typeface="Times New Roman" panose="02020603050405020304" pitchFamily="18" charset="0"/>
              </a:rPr>
              <a:t>dog</a:t>
            </a:r>
          </a:p>
        </p:txBody>
      </p:sp>
      <p:sp>
        <p:nvSpPr>
          <p:cNvPr id="8" name="Text Box 9">
            <a:extLst>
              <a:ext uri="{FF2B5EF4-FFF2-40B4-BE49-F238E27FC236}">
                <a16:creationId xmlns:a16="http://schemas.microsoft.com/office/drawing/2014/main" id="{D811B0EA-E6EA-4286-842C-995E7212C0B8}"/>
              </a:ext>
            </a:extLst>
          </p:cNvPr>
          <p:cNvSpPr txBox="1">
            <a:spLocks noChangeArrowheads="1"/>
          </p:cNvSpPr>
          <p:nvPr/>
        </p:nvSpPr>
        <p:spPr bwMode="auto">
          <a:xfrm>
            <a:off x="8491728" y="4731449"/>
            <a:ext cx="914400" cy="314325"/>
          </a:xfrm>
          <a:prstGeom prst="rect">
            <a:avLst/>
          </a:prstGeom>
          <a:solidFill>
            <a:schemeClr val="accent1">
              <a:lumMod val="20000"/>
              <a:lumOff val="80000"/>
            </a:schemeClr>
          </a:solidFill>
          <a:ln w="9525">
            <a:solidFill>
              <a:schemeClr val="tx1"/>
            </a:solidFill>
            <a:miter lim="800000"/>
            <a:headEnd/>
            <a:tailEnd/>
          </a:ln>
          <a:effectLst/>
        </p:spPr>
        <p:txBody>
          <a:bodyPr lIns="0" tIns="0" rIns="0" bIns="0">
            <a:spAutoFit/>
          </a:bodyPr>
          <a:lstStyle>
            <a:lvl1pPr>
              <a:defRPr sz="2400">
                <a:solidFill>
                  <a:schemeClr val="bg1"/>
                </a:solidFill>
                <a:latin typeface="Futura Md BT" pitchFamily="34" charset="0"/>
              </a:defRPr>
            </a:lvl1pPr>
            <a:lvl2pPr marL="742950" indent="-285750">
              <a:defRPr sz="2400">
                <a:solidFill>
                  <a:schemeClr val="bg1"/>
                </a:solidFill>
                <a:latin typeface="Futura Md BT" pitchFamily="34" charset="0"/>
              </a:defRPr>
            </a:lvl2pPr>
            <a:lvl3pPr marL="1143000" indent="-228600">
              <a:defRPr sz="2400">
                <a:solidFill>
                  <a:schemeClr val="bg1"/>
                </a:solidFill>
                <a:latin typeface="Futura Md BT" pitchFamily="34" charset="0"/>
              </a:defRPr>
            </a:lvl3pPr>
            <a:lvl4pPr marL="1600200" indent="-228600">
              <a:defRPr sz="2400">
                <a:solidFill>
                  <a:schemeClr val="bg1"/>
                </a:solidFill>
                <a:latin typeface="Futura Md BT" pitchFamily="34" charset="0"/>
              </a:defRPr>
            </a:lvl4pPr>
            <a:lvl5pPr marL="2057400" indent="-228600">
              <a:defRPr sz="2400">
                <a:solidFill>
                  <a:schemeClr val="bg1"/>
                </a:solidFill>
                <a:latin typeface="Futura Md BT" pitchFamily="34" charset="0"/>
              </a:defRPr>
            </a:lvl5pPr>
            <a:lvl6pPr marL="2514600" indent="-228600" algn="ctr" eaLnBrk="0" fontAlgn="base" hangingPunct="0">
              <a:spcBef>
                <a:spcPct val="0"/>
              </a:spcBef>
              <a:spcAft>
                <a:spcPct val="0"/>
              </a:spcAft>
              <a:defRPr sz="2400">
                <a:solidFill>
                  <a:schemeClr val="bg1"/>
                </a:solidFill>
                <a:latin typeface="Futura Md BT" pitchFamily="34" charset="0"/>
              </a:defRPr>
            </a:lvl6pPr>
            <a:lvl7pPr marL="2971800" indent="-228600" algn="ctr" eaLnBrk="0" fontAlgn="base" hangingPunct="0">
              <a:spcBef>
                <a:spcPct val="0"/>
              </a:spcBef>
              <a:spcAft>
                <a:spcPct val="0"/>
              </a:spcAft>
              <a:defRPr sz="2400">
                <a:solidFill>
                  <a:schemeClr val="bg1"/>
                </a:solidFill>
                <a:latin typeface="Futura Md BT" pitchFamily="34" charset="0"/>
              </a:defRPr>
            </a:lvl7pPr>
            <a:lvl8pPr marL="3429000" indent="-228600" algn="ctr" eaLnBrk="0" fontAlgn="base" hangingPunct="0">
              <a:spcBef>
                <a:spcPct val="0"/>
              </a:spcBef>
              <a:spcAft>
                <a:spcPct val="0"/>
              </a:spcAft>
              <a:defRPr sz="2400">
                <a:solidFill>
                  <a:schemeClr val="bg1"/>
                </a:solidFill>
                <a:latin typeface="Futura Md BT" pitchFamily="34" charset="0"/>
              </a:defRPr>
            </a:lvl8pPr>
            <a:lvl9pPr marL="3886200" indent="-228600" algn="ctr" eaLnBrk="0" fontAlgn="base" hangingPunct="0">
              <a:spcBef>
                <a:spcPct val="0"/>
              </a:spcBef>
              <a:spcAft>
                <a:spcPct val="0"/>
              </a:spcAft>
              <a:defRPr sz="2400">
                <a:solidFill>
                  <a:schemeClr val="bg1"/>
                </a:solidFill>
                <a:latin typeface="Futura Md BT" pitchFamily="34" charset="0"/>
              </a:defRPr>
            </a:lvl9pPr>
          </a:lstStyle>
          <a:p>
            <a:pPr algn="ctr">
              <a:spcBef>
                <a:spcPct val="50000"/>
              </a:spcBef>
            </a:pPr>
            <a:r>
              <a:rPr lang="en-GB" altLang="en-US" sz="2000">
                <a:solidFill>
                  <a:schemeClr val="tx1"/>
                </a:solidFill>
                <a:latin typeface="Times New Roman" panose="02020603050405020304" pitchFamily="18" charset="0"/>
              </a:rPr>
              <a:t>rat</a:t>
            </a:r>
          </a:p>
        </p:txBody>
      </p:sp>
      <p:sp>
        <p:nvSpPr>
          <p:cNvPr id="9" name="Line 10">
            <a:extLst>
              <a:ext uri="{FF2B5EF4-FFF2-40B4-BE49-F238E27FC236}">
                <a16:creationId xmlns:a16="http://schemas.microsoft.com/office/drawing/2014/main" id="{7F26859D-44AD-48AB-97C3-20CC2ED68BEF}"/>
              </a:ext>
            </a:extLst>
          </p:cNvPr>
          <p:cNvSpPr>
            <a:spLocks noChangeShapeType="1"/>
          </p:cNvSpPr>
          <p:nvPr/>
        </p:nvSpPr>
        <p:spPr bwMode="auto">
          <a:xfrm>
            <a:off x="4453128" y="4883849"/>
            <a:ext cx="838200" cy="0"/>
          </a:xfrm>
          <a:prstGeom prst="line">
            <a:avLst/>
          </a:prstGeom>
          <a:noFill/>
          <a:ln w="19050">
            <a:solidFill>
              <a:schemeClr val="tx1"/>
            </a:solidFill>
            <a:round/>
            <a:headEnd type="oval" w="med"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a:p>
        </p:txBody>
      </p:sp>
      <p:sp>
        <p:nvSpPr>
          <p:cNvPr id="10" name="Line 11">
            <a:extLst>
              <a:ext uri="{FF2B5EF4-FFF2-40B4-BE49-F238E27FC236}">
                <a16:creationId xmlns:a16="http://schemas.microsoft.com/office/drawing/2014/main" id="{FD697141-493C-41C4-8FFF-E2FD48CE71C2}"/>
              </a:ext>
            </a:extLst>
          </p:cNvPr>
          <p:cNvSpPr>
            <a:spLocks noChangeShapeType="1"/>
          </p:cNvSpPr>
          <p:nvPr/>
        </p:nvSpPr>
        <p:spPr bwMode="auto">
          <a:xfrm>
            <a:off x="9253728" y="4883849"/>
            <a:ext cx="0" cy="0"/>
          </a:xfrm>
          <a:prstGeom prst="line">
            <a:avLst/>
          </a:prstGeom>
          <a:noFill/>
          <a:ln w="19050">
            <a:solidFill>
              <a:schemeClr val="tx1"/>
            </a:solidFill>
            <a:round/>
            <a:headEnd type="oval" w="med" len="me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a:p>
        </p:txBody>
      </p:sp>
      <p:sp>
        <p:nvSpPr>
          <p:cNvPr id="11" name="Text Box 12">
            <a:extLst>
              <a:ext uri="{FF2B5EF4-FFF2-40B4-BE49-F238E27FC236}">
                <a16:creationId xmlns:a16="http://schemas.microsoft.com/office/drawing/2014/main" id="{922FE8E3-0583-4EF0-9A37-46629C10D238}"/>
              </a:ext>
            </a:extLst>
          </p:cNvPr>
          <p:cNvSpPr txBox="1">
            <a:spLocks noChangeArrowheads="1"/>
          </p:cNvSpPr>
          <p:nvPr/>
        </p:nvSpPr>
        <p:spPr bwMode="auto">
          <a:xfrm>
            <a:off x="6891528" y="4731449"/>
            <a:ext cx="914400" cy="314325"/>
          </a:xfrm>
          <a:prstGeom prst="rect">
            <a:avLst/>
          </a:prstGeom>
          <a:solidFill>
            <a:schemeClr val="accent1">
              <a:lumMod val="20000"/>
              <a:lumOff val="80000"/>
            </a:schemeClr>
          </a:solidFill>
          <a:ln w="9525">
            <a:solidFill>
              <a:schemeClr val="tx1"/>
            </a:solidFill>
            <a:miter lim="800000"/>
            <a:headEnd/>
            <a:tailEnd/>
          </a:ln>
          <a:effectLst/>
        </p:spPr>
        <p:txBody>
          <a:bodyPr lIns="0" tIns="0" rIns="0" bIns="0">
            <a:spAutoFit/>
          </a:bodyPr>
          <a:lstStyle>
            <a:lvl1pPr>
              <a:defRPr sz="2400">
                <a:solidFill>
                  <a:schemeClr val="bg1"/>
                </a:solidFill>
                <a:latin typeface="Futura Md BT" pitchFamily="34" charset="0"/>
              </a:defRPr>
            </a:lvl1pPr>
            <a:lvl2pPr marL="742950" indent="-285750">
              <a:defRPr sz="2400">
                <a:solidFill>
                  <a:schemeClr val="bg1"/>
                </a:solidFill>
                <a:latin typeface="Futura Md BT" pitchFamily="34" charset="0"/>
              </a:defRPr>
            </a:lvl2pPr>
            <a:lvl3pPr marL="1143000" indent="-228600">
              <a:defRPr sz="2400">
                <a:solidFill>
                  <a:schemeClr val="bg1"/>
                </a:solidFill>
                <a:latin typeface="Futura Md BT" pitchFamily="34" charset="0"/>
              </a:defRPr>
            </a:lvl3pPr>
            <a:lvl4pPr marL="1600200" indent="-228600">
              <a:defRPr sz="2400">
                <a:solidFill>
                  <a:schemeClr val="bg1"/>
                </a:solidFill>
                <a:latin typeface="Futura Md BT" pitchFamily="34" charset="0"/>
              </a:defRPr>
            </a:lvl4pPr>
            <a:lvl5pPr marL="2057400" indent="-228600">
              <a:defRPr sz="2400">
                <a:solidFill>
                  <a:schemeClr val="bg1"/>
                </a:solidFill>
                <a:latin typeface="Futura Md BT" pitchFamily="34" charset="0"/>
              </a:defRPr>
            </a:lvl5pPr>
            <a:lvl6pPr marL="2514600" indent="-228600" algn="ctr" eaLnBrk="0" fontAlgn="base" hangingPunct="0">
              <a:spcBef>
                <a:spcPct val="0"/>
              </a:spcBef>
              <a:spcAft>
                <a:spcPct val="0"/>
              </a:spcAft>
              <a:defRPr sz="2400">
                <a:solidFill>
                  <a:schemeClr val="bg1"/>
                </a:solidFill>
                <a:latin typeface="Futura Md BT" pitchFamily="34" charset="0"/>
              </a:defRPr>
            </a:lvl6pPr>
            <a:lvl7pPr marL="2971800" indent="-228600" algn="ctr" eaLnBrk="0" fontAlgn="base" hangingPunct="0">
              <a:spcBef>
                <a:spcPct val="0"/>
              </a:spcBef>
              <a:spcAft>
                <a:spcPct val="0"/>
              </a:spcAft>
              <a:defRPr sz="2400">
                <a:solidFill>
                  <a:schemeClr val="bg1"/>
                </a:solidFill>
                <a:latin typeface="Futura Md BT" pitchFamily="34" charset="0"/>
              </a:defRPr>
            </a:lvl7pPr>
            <a:lvl8pPr marL="3429000" indent="-228600" algn="ctr" eaLnBrk="0" fontAlgn="base" hangingPunct="0">
              <a:spcBef>
                <a:spcPct val="0"/>
              </a:spcBef>
              <a:spcAft>
                <a:spcPct val="0"/>
              </a:spcAft>
              <a:defRPr sz="2400">
                <a:solidFill>
                  <a:schemeClr val="bg1"/>
                </a:solidFill>
                <a:latin typeface="Futura Md BT" pitchFamily="34" charset="0"/>
              </a:defRPr>
            </a:lvl8pPr>
            <a:lvl9pPr marL="3886200" indent="-228600" algn="ctr" eaLnBrk="0" fontAlgn="base" hangingPunct="0">
              <a:spcBef>
                <a:spcPct val="0"/>
              </a:spcBef>
              <a:spcAft>
                <a:spcPct val="0"/>
              </a:spcAft>
              <a:defRPr sz="2400">
                <a:solidFill>
                  <a:schemeClr val="bg1"/>
                </a:solidFill>
                <a:latin typeface="Futura Md BT" pitchFamily="34" charset="0"/>
              </a:defRPr>
            </a:lvl9pPr>
          </a:lstStyle>
          <a:p>
            <a:pPr algn="ctr">
              <a:spcBef>
                <a:spcPct val="50000"/>
              </a:spcBef>
            </a:pPr>
            <a:r>
              <a:rPr lang="en-GB" altLang="en-US" sz="2000">
                <a:solidFill>
                  <a:schemeClr val="tx1"/>
                </a:solidFill>
                <a:latin typeface="Times New Roman" panose="02020603050405020304" pitchFamily="18" charset="0"/>
              </a:rPr>
              <a:t>cat</a:t>
            </a:r>
          </a:p>
        </p:txBody>
      </p:sp>
      <p:sp>
        <p:nvSpPr>
          <p:cNvPr id="12" name="Line 13">
            <a:extLst>
              <a:ext uri="{FF2B5EF4-FFF2-40B4-BE49-F238E27FC236}">
                <a16:creationId xmlns:a16="http://schemas.microsoft.com/office/drawing/2014/main" id="{601756BE-C431-46FF-BD7E-01DF8F40DC05}"/>
              </a:ext>
            </a:extLst>
          </p:cNvPr>
          <p:cNvSpPr>
            <a:spLocks noChangeShapeType="1"/>
          </p:cNvSpPr>
          <p:nvPr/>
        </p:nvSpPr>
        <p:spPr bwMode="auto">
          <a:xfrm>
            <a:off x="6053328" y="4883849"/>
            <a:ext cx="838200" cy="0"/>
          </a:xfrm>
          <a:prstGeom prst="line">
            <a:avLst/>
          </a:prstGeom>
          <a:noFill/>
          <a:ln w="19050">
            <a:solidFill>
              <a:schemeClr val="tx1"/>
            </a:solidFill>
            <a:round/>
            <a:headEnd type="oval" w="med"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a:p>
        </p:txBody>
      </p:sp>
      <p:sp>
        <p:nvSpPr>
          <p:cNvPr id="13" name="Line 14">
            <a:extLst>
              <a:ext uri="{FF2B5EF4-FFF2-40B4-BE49-F238E27FC236}">
                <a16:creationId xmlns:a16="http://schemas.microsoft.com/office/drawing/2014/main" id="{1EE0759E-77A2-4489-B133-672ED14E7532}"/>
              </a:ext>
            </a:extLst>
          </p:cNvPr>
          <p:cNvSpPr>
            <a:spLocks noChangeShapeType="1"/>
          </p:cNvSpPr>
          <p:nvPr/>
        </p:nvSpPr>
        <p:spPr bwMode="auto">
          <a:xfrm>
            <a:off x="7653528" y="4883849"/>
            <a:ext cx="838200" cy="0"/>
          </a:xfrm>
          <a:prstGeom prst="line">
            <a:avLst/>
          </a:prstGeom>
          <a:noFill/>
          <a:ln w="19050">
            <a:solidFill>
              <a:schemeClr val="tx1"/>
            </a:solidFill>
            <a:round/>
            <a:headEnd type="oval" w="med"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a:p>
        </p:txBody>
      </p:sp>
      <p:grpSp>
        <p:nvGrpSpPr>
          <p:cNvPr id="14" name="Group 15">
            <a:extLst>
              <a:ext uri="{FF2B5EF4-FFF2-40B4-BE49-F238E27FC236}">
                <a16:creationId xmlns:a16="http://schemas.microsoft.com/office/drawing/2014/main" id="{A66A62C9-620C-41AB-8ABA-45B93ED16D88}"/>
              </a:ext>
            </a:extLst>
          </p:cNvPr>
          <p:cNvGrpSpPr>
            <a:grpSpLocks/>
          </p:cNvGrpSpPr>
          <p:nvPr/>
        </p:nvGrpSpPr>
        <p:grpSpPr bwMode="auto">
          <a:xfrm>
            <a:off x="2700528" y="5264849"/>
            <a:ext cx="1905000" cy="314325"/>
            <a:chOff x="720" y="3450"/>
            <a:chExt cx="1200" cy="198"/>
          </a:xfrm>
          <a:solidFill>
            <a:schemeClr val="accent1">
              <a:lumMod val="20000"/>
              <a:lumOff val="80000"/>
            </a:schemeClr>
          </a:solidFill>
        </p:grpSpPr>
        <p:sp>
          <p:nvSpPr>
            <p:cNvPr id="15" name="Rectangle 16">
              <a:extLst>
                <a:ext uri="{FF2B5EF4-FFF2-40B4-BE49-F238E27FC236}">
                  <a16:creationId xmlns:a16="http://schemas.microsoft.com/office/drawing/2014/main" id="{400F9BD7-2F88-4E5B-9D88-4A16A58F9773}"/>
                </a:ext>
              </a:extLst>
            </p:cNvPr>
            <p:cNvSpPr>
              <a:spLocks noChangeArrowheads="1"/>
            </p:cNvSpPr>
            <p:nvPr/>
          </p:nvSpPr>
          <p:spPr bwMode="auto">
            <a:xfrm>
              <a:off x="720" y="3450"/>
              <a:ext cx="192" cy="192"/>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1"/>
                  </a:solidFill>
                  <a:latin typeface="Futura Md BT" pitchFamily="34" charset="0"/>
                </a:defRPr>
              </a:lvl1pPr>
              <a:lvl2pPr marL="742950" indent="-285750">
                <a:defRPr sz="2400">
                  <a:solidFill>
                    <a:schemeClr val="bg1"/>
                  </a:solidFill>
                  <a:latin typeface="Futura Md BT" pitchFamily="34" charset="0"/>
                </a:defRPr>
              </a:lvl2pPr>
              <a:lvl3pPr marL="1143000" indent="-228600">
                <a:defRPr sz="2400">
                  <a:solidFill>
                    <a:schemeClr val="bg1"/>
                  </a:solidFill>
                  <a:latin typeface="Futura Md BT" pitchFamily="34" charset="0"/>
                </a:defRPr>
              </a:lvl3pPr>
              <a:lvl4pPr marL="1600200" indent="-228600">
                <a:defRPr sz="2400">
                  <a:solidFill>
                    <a:schemeClr val="bg1"/>
                  </a:solidFill>
                  <a:latin typeface="Futura Md BT" pitchFamily="34" charset="0"/>
                </a:defRPr>
              </a:lvl4pPr>
              <a:lvl5pPr marL="2057400" indent="-228600">
                <a:defRPr sz="2400">
                  <a:solidFill>
                    <a:schemeClr val="bg1"/>
                  </a:solidFill>
                  <a:latin typeface="Futura Md BT" pitchFamily="34" charset="0"/>
                </a:defRPr>
              </a:lvl5pPr>
              <a:lvl6pPr marL="2514600" indent="-228600" algn="ctr" eaLnBrk="0" fontAlgn="base" hangingPunct="0">
                <a:spcBef>
                  <a:spcPct val="0"/>
                </a:spcBef>
                <a:spcAft>
                  <a:spcPct val="0"/>
                </a:spcAft>
                <a:defRPr sz="2400">
                  <a:solidFill>
                    <a:schemeClr val="bg1"/>
                  </a:solidFill>
                  <a:latin typeface="Futura Md BT" pitchFamily="34" charset="0"/>
                </a:defRPr>
              </a:lvl6pPr>
              <a:lvl7pPr marL="2971800" indent="-228600" algn="ctr" eaLnBrk="0" fontAlgn="base" hangingPunct="0">
                <a:spcBef>
                  <a:spcPct val="0"/>
                </a:spcBef>
                <a:spcAft>
                  <a:spcPct val="0"/>
                </a:spcAft>
                <a:defRPr sz="2400">
                  <a:solidFill>
                    <a:schemeClr val="bg1"/>
                  </a:solidFill>
                  <a:latin typeface="Futura Md BT" pitchFamily="34" charset="0"/>
                </a:defRPr>
              </a:lvl7pPr>
              <a:lvl8pPr marL="3429000" indent="-228600" algn="ctr" eaLnBrk="0" fontAlgn="base" hangingPunct="0">
                <a:spcBef>
                  <a:spcPct val="0"/>
                </a:spcBef>
                <a:spcAft>
                  <a:spcPct val="0"/>
                </a:spcAft>
                <a:defRPr sz="2400">
                  <a:solidFill>
                    <a:schemeClr val="bg1"/>
                  </a:solidFill>
                  <a:latin typeface="Futura Md BT" pitchFamily="34" charset="0"/>
                </a:defRPr>
              </a:lvl8pPr>
              <a:lvl9pPr marL="3886200" indent="-228600" algn="ctr" eaLnBrk="0" fontAlgn="base" hangingPunct="0">
                <a:spcBef>
                  <a:spcPct val="0"/>
                </a:spcBef>
                <a:spcAft>
                  <a:spcPct val="0"/>
                </a:spcAft>
                <a:defRPr sz="2400">
                  <a:solidFill>
                    <a:schemeClr val="bg1"/>
                  </a:solidFill>
                  <a:latin typeface="Futura Md BT" pitchFamily="34" charset="0"/>
                </a:defRPr>
              </a:lvl9pPr>
            </a:lstStyle>
            <a:p>
              <a:pPr algn="ctr"/>
              <a:endParaRPr lang="en-CA" altLang="en-US"/>
            </a:p>
          </p:txBody>
        </p:sp>
        <p:sp>
          <p:nvSpPr>
            <p:cNvPr id="16" name="Line 17">
              <a:extLst>
                <a:ext uri="{FF2B5EF4-FFF2-40B4-BE49-F238E27FC236}">
                  <a16:creationId xmlns:a16="http://schemas.microsoft.com/office/drawing/2014/main" id="{538BCD99-752B-4559-9E5E-53DA7D24C895}"/>
                </a:ext>
              </a:extLst>
            </p:cNvPr>
            <p:cNvSpPr>
              <a:spLocks noChangeShapeType="1"/>
            </p:cNvSpPr>
            <p:nvPr/>
          </p:nvSpPr>
          <p:spPr bwMode="auto">
            <a:xfrm>
              <a:off x="816" y="3546"/>
              <a:ext cx="528" cy="0"/>
            </a:xfrm>
            <a:prstGeom prst="line">
              <a:avLst/>
            </a:prstGeom>
            <a:grpFill/>
            <a:ln w="19050">
              <a:solidFill>
                <a:schemeClr val="tx1"/>
              </a:solidFill>
              <a:round/>
              <a:headEnd type="oval" w="med" len="med"/>
              <a:tailEnd type="triangl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a:p>
          </p:txBody>
        </p:sp>
        <p:sp>
          <p:nvSpPr>
            <p:cNvPr id="17" name="Text Box 18">
              <a:extLst>
                <a:ext uri="{FF2B5EF4-FFF2-40B4-BE49-F238E27FC236}">
                  <a16:creationId xmlns:a16="http://schemas.microsoft.com/office/drawing/2014/main" id="{2EC0C1F1-9078-4E9C-84D9-F215DB23FFF2}"/>
                </a:ext>
              </a:extLst>
            </p:cNvPr>
            <p:cNvSpPr txBox="1">
              <a:spLocks noChangeArrowheads="1"/>
            </p:cNvSpPr>
            <p:nvPr/>
          </p:nvSpPr>
          <p:spPr bwMode="auto">
            <a:xfrm>
              <a:off x="1344" y="3450"/>
              <a:ext cx="576" cy="19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defRPr sz="2400">
                  <a:solidFill>
                    <a:schemeClr val="bg1"/>
                  </a:solidFill>
                  <a:latin typeface="Futura Md BT" pitchFamily="34" charset="0"/>
                </a:defRPr>
              </a:lvl1pPr>
              <a:lvl2pPr marL="742950" indent="-285750">
                <a:defRPr sz="2400">
                  <a:solidFill>
                    <a:schemeClr val="bg1"/>
                  </a:solidFill>
                  <a:latin typeface="Futura Md BT" pitchFamily="34" charset="0"/>
                </a:defRPr>
              </a:lvl2pPr>
              <a:lvl3pPr marL="1143000" indent="-228600">
                <a:defRPr sz="2400">
                  <a:solidFill>
                    <a:schemeClr val="bg1"/>
                  </a:solidFill>
                  <a:latin typeface="Futura Md BT" pitchFamily="34" charset="0"/>
                </a:defRPr>
              </a:lvl3pPr>
              <a:lvl4pPr marL="1600200" indent="-228600">
                <a:defRPr sz="2400">
                  <a:solidFill>
                    <a:schemeClr val="bg1"/>
                  </a:solidFill>
                  <a:latin typeface="Futura Md BT" pitchFamily="34" charset="0"/>
                </a:defRPr>
              </a:lvl4pPr>
              <a:lvl5pPr marL="2057400" indent="-228600">
                <a:defRPr sz="2400">
                  <a:solidFill>
                    <a:schemeClr val="bg1"/>
                  </a:solidFill>
                  <a:latin typeface="Futura Md BT" pitchFamily="34" charset="0"/>
                </a:defRPr>
              </a:lvl5pPr>
              <a:lvl6pPr marL="2514600" indent="-228600" algn="ctr" eaLnBrk="0" fontAlgn="base" hangingPunct="0">
                <a:spcBef>
                  <a:spcPct val="0"/>
                </a:spcBef>
                <a:spcAft>
                  <a:spcPct val="0"/>
                </a:spcAft>
                <a:defRPr sz="2400">
                  <a:solidFill>
                    <a:schemeClr val="bg1"/>
                  </a:solidFill>
                  <a:latin typeface="Futura Md BT" pitchFamily="34" charset="0"/>
                </a:defRPr>
              </a:lvl6pPr>
              <a:lvl7pPr marL="2971800" indent="-228600" algn="ctr" eaLnBrk="0" fontAlgn="base" hangingPunct="0">
                <a:spcBef>
                  <a:spcPct val="0"/>
                </a:spcBef>
                <a:spcAft>
                  <a:spcPct val="0"/>
                </a:spcAft>
                <a:defRPr sz="2400">
                  <a:solidFill>
                    <a:schemeClr val="bg1"/>
                  </a:solidFill>
                  <a:latin typeface="Futura Md BT" pitchFamily="34" charset="0"/>
                </a:defRPr>
              </a:lvl7pPr>
              <a:lvl8pPr marL="3429000" indent="-228600" algn="ctr" eaLnBrk="0" fontAlgn="base" hangingPunct="0">
                <a:spcBef>
                  <a:spcPct val="0"/>
                </a:spcBef>
                <a:spcAft>
                  <a:spcPct val="0"/>
                </a:spcAft>
                <a:defRPr sz="2400">
                  <a:solidFill>
                    <a:schemeClr val="bg1"/>
                  </a:solidFill>
                  <a:latin typeface="Futura Md BT" pitchFamily="34" charset="0"/>
                </a:defRPr>
              </a:lvl8pPr>
              <a:lvl9pPr marL="3886200" indent="-228600" algn="ctr" eaLnBrk="0" fontAlgn="base" hangingPunct="0">
                <a:spcBef>
                  <a:spcPct val="0"/>
                </a:spcBef>
                <a:spcAft>
                  <a:spcPct val="0"/>
                </a:spcAft>
                <a:defRPr sz="2400">
                  <a:solidFill>
                    <a:schemeClr val="bg1"/>
                  </a:solidFill>
                  <a:latin typeface="Futura Md BT" pitchFamily="34" charset="0"/>
                </a:defRPr>
              </a:lvl9pPr>
            </a:lstStyle>
            <a:p>
              <a:pPr algn="ctr">
                <a:spcBef>
                  <a:spcPct val="50000"/>
                </a:spcBef>
              </a:pPr>
              <a:r>
                <a:rPr lang="en-GB" altLang="en-US" sz="2000">
                  <a:solidFill>
                    <a:schemeClr val="tx1"/>
                  </a:solidFill>
                  <a:latin typeface="Times New Roman" panose="02020603050405020304" pitchFamily="18" charset="0"/>
                </a:rPr>
                <a:t>dog</a:t>
              </a:r>
            </a:p>
          </p:txBody>
        </p:sp>
        <p:sp>
          <p:nvSpPr>
            <p:cNvPr id="18" name="Line 19">
              <a:extLst>
                <a:ext uri="{FF2B5EF4-FFF2-40B4-BE49-F238E27FC236}">
                  <a16:creationId xmlns:a16="http://schemas.microsoft.com/office/drawing/2014/main" id="{B3937ADE-0D15-4CD5-A1F0-D6A0D30F721A}"/>
                </a:ext>
              </a:extLst>
            </p:cNvPr>
            <p:cNvSpPr>
              <a:spLocks noChangeShapeType="1"/>
            </p:cNvSpPr>
            <p:nvPr/>
          </p:nvSpPr>
          <p:spPr bwMode="auto">
            <a:xfrm>
              <a:off x="1824" y="3546"/>
              <a:ext cx="0" cy="0"/>
            </a:xfrm>
            <a:prstGeom prst="line">
              <a:avLst/>
            </a:prstGeom>
            <a:grpFill/>
            <a:ln w="19050">
              <a:solidFill>
                <a:schemeClr val="tx1"/>
              </a:solidFill>
              <a:round/>
              <a:headEnd type="oval" w="med" len="med"/>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a:p>
          </p:txBody>
        </p:sp>
      </p:grpSp>
      <p:grpSp>
        <p:nvGrpSpPr>
          <p:cNvPr id="19" name="Group 20">
            <a:extLst>
              <a:ext uri="{FF2B5EF4-FFF2-40B4-BE49-F238E27FC236}">
                <a16:creationId xmlns:a16="http://schemas.microsoft.com/office/drawing/2014/main" id="{730CA0CF-C53C-456B-9C3B-758ECDA0C324}"/>
              </a:ext>
            </a:extLst>
          </p:cNvPr>
          <p:cNvGrpSpPr>
            <a:grpSpLocks/>
          </p:cNvGrpSpPr>
          <p:nvPr/>
        </p:nvGrpSpPr>
        <p:grpSpPr bwMode="auto">
          <a:xfrm>
            <a:off x="2700528" y="5807774"/>
            <a:ext cx="304800" cy="304800"/>
            <a:chOff x="720" y="3840"/>
            <a:chExt cx="192" cy="192"/>
          </a:xfrm>
          <a:solidFill>
            <a:schemeClr val="accent1">
              <a:lumMod val="20000"/>
              <a:lumOff val="80000"/>
            </a:schemeClr>
          </a:solidFill>
        </p:grpSpPr>
        <p:sp>
          <p:nvSpPr>
            <p:cNvPr id="20" name="Rectangle 21">
              <a:extLst>
                <a:ext uri="{FF2B5EF4-FFF2-40B4-BE49-F238E27FC236}">
                  <a16:creationId xmlns:a16="http://schemas.microsoft.com/office/drawing/2014/main" id="{3A3E7B02-C40B-4556-ADEC-F70AA2A2DF57}"/>
                </a:ext>
              </a:extLst>
            </p:cNvPr>
            <p:cNvSpPr>
              <a:spLocks noChangeArrowheads="1"/>
            </p:cNvSpPr>
            <p:nvPr/>
          </p:nvSpPr>
          <p:spPr bwMode="auto">
            <a:xfrm>
              <a:off x="720" y="3840"/>
              <a:ext cx="192" cy="192"/>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1"/>
                  </a:solidFill>
                  <a:latin typeface="Futura Md BT" pitchFamily="34" charset="0"/>
                </a:defRPr>
              </a:lvl1pPr>
              <a:lvl2pPr marL="742950" indent="-285750">
                <a:defRPr sz="2400">
                  <a:solidFill>
                    <a:schemeClr val="bg1"/>
                  </a:solidFill>
                  <a:latin typeface="Futura Md BT" pitchFamily="34" charset="0"/>
                </a:defRPr>
              </a:lvl2pPr>
              <a:lvl3pPr marL="1143000" indent="-228600">
                <a:defRPr sz="2400">
                  <a:solidFill>
                    <a:schemeClr val="bg1"/>
                  </a:solidFill>
                  <a:latin typeface="Futura Md BT" pitchFamily="34" charset="0"/>
                </a:defRPr>
              </a:lvl3pPr>
              <a:lvl4pPr marL="1600200" indent="-228600">
                <a:defRPr sz="2400">
                  <a:solidFill>
                    <a:schemeClr val="bg1"/>
                  </a:solidFill>
                  <a:latin typeface="Futura Md BT" pitchFamily="34" charset="0"/>
                </a:defRPr>
              </a:lvl4pPr>
              <a:lvl5pPr marL="2057400" indent="-228600">
                <a:defRPr sz="2400">
                  <a:solidFill>
                    <a:schemeClr val="bg1"/>
                  </a:solidFill>
                  <a:latin typeface="Futura Md BT" pitchFamily="34" charset="0"/>
                </a:defRPr>
              </a:lvl5pPr>
              <a:lvl6pPr marL="2514600" indent="-228600" algn="ctr" eaLnBrk="0" fontAlgn="base" hangingPunct="0">
                <a:spcBef>
                  <a:spcPct val="0"/>
                </a:spcBef>
                <a:spcAft>
                  <a:spcPct val="0"/>
                </a:spcAft>
                <a:defRPr sz="2400">
                  <a:solidFill>
                    <a:schemeClr val="bg1"/>
                  </a:solidFill>
                  <a:latin typeface="Futura Md BT" pitchFamily="34" charset="0"/>
                </a:defRPr>
              </a:lvl6pPr>
              <a:lvl7pPr marL="2971800" indent="-228600" algn="ctr" eaLnBrk="0" fontAlgn="base" hangingPunct="0">
                <a:spcBef>
                  <a:spcPct val="0"/>
                </a:spcBef>
                <a:spcAft>
                  <a:spcPct val="0"/>
                </a:spcAft>
                <a:defRPr sz="2400">
                  <a:solidFill>
                    <a:schemeClr val="bg1"/>
                  </a:solidFill>
                  <a:latin typeface="Futura Md BT" pitchFamily="34" charset="0"/>
                </a:defRPr>
              </a:lvl7pPr>
              <a:lvl8pPr marL="3429000" indent="-228600" algn="ctr" eaLnBrk="0" fontAlgn="base" hangingPunct="0">
                <a:spcBef>
                  <a:spcPct val="0"/>
                </a:spcBef>
                <a:spcAft>
                  <a:spcPct val="0"/>
                </a:spcAft>
                <a:defRPr sz="2400">
                  <a:solidFill>
                    <a:schemeClr val="bg1"/>
                  </a:solidFill>
                  <a:latin typeface="Futura Md BT" pitchFamily="34" charset="0"/>
                </a:defRPr>
              </a:lvl8pPr>
              <a:lvl9pPr marL="3886200" indent="-228600" algn="ctr" eaLnBrk="0" fontAlgn="base" hangingPunct="0">
                <a:spcBef>
                  <a:spcPct val="0"/>
                </a:spcBef>
                <a:spcAft>
                  <a:spcPct val="0"/>
                </a:spcAft>
                <a:defRPr sz="2400">
                  <a:solidFill>
                    <a:schemeClr val="bg1"/>
                  </a:solidFill>
                  <a:latin typeface="Futura Md BT" pitchFamily="34" charset="0"/>
                </a:defRPr>
              </a:lvl9pPr>
            </a:lstStyle>
            <a:p>
              <a:endParaRPr lang="en-CA" altLang="en-US"/>
            </a:p>
          </p:txBody>
        </p:sp>
        <p:sp>
          <p:nvSpPr>
            <p:cNvPr id="21" name="Line 22">
              <a:extLst>
                <a:ext uri="{FF2B5EF4-FFF2-40B4-BE49-F238E27FC236}">
                  <a16:creationId xmlns:a16="http://schemas.microsoft.com/office/drawing/2014/main" id="{E64F8E71-3540-4C1A-BF1E-47D225F03D23}"/>
                </a:ext>
              </a:extLst>
            </p:cNvPr>
            <p:cNvSpPr>
              <a:spLocks noChangeShapeType="1"/>
            </p:cNvSpPr>
            <p:nvPr/>
          </p:nvSpPr>
          <p:spPr bwMode="auto">
            <a:xfrm>
              <a:off x="816" y="3936"/>
              <a:ext cx="0" cy="0"/>
            </a:xfrm>
            <a:prstGeom prst="line">
              <a:avLst/>
            </a:prstGeom>
            <a:grpFill/>
            <a:ln w="19050">
              <a:solidFill>
                <a:schemeClr val="tx1"/>
              </a:solidFill>
              <a:round/>
              <a:headEnd type="oval" w="med" len="med"/>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22" name="Rectangle 26">
            <a:extLst>
              <a:ext uri="{FF2B5EF4-FFF2-40B4-BE49-F238E27FC236}">
                <a16:creationId xmlns:a16="http://schemas.microsoft.com/office/drawing/2014/main" id="{2ACA11F8-DCDD-4F37-9DE6-E8E6FA20C12E}"/>
              </a:ext>
            </a:extLst>
          </p:cNvPr>
          <p:cNvSpPr>
            <a:spLocks noChangeArrowheads="1"/>
          </p:cNvSpPr>
          <p:nvPr/>
        </p:nvSpPr>
        <p:spPr bwMode="auto">
          <a:xfrm>
            <a:off x="10184892" y="4740974"/>
            <a:ext cx="304800" cy="304800"/>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lvl1pPr>
              <a:defRPr sz="2400">
                <a:solidFill>
                  <a:schemeClr val="bg1"/>
                </a:solidFill>
                <a:latin typeface="Futura Md BT" pitchFamily="34" charset="0"/>
              </a:defRPr>
            </a:lvl1pPr>
            <a:lvl2pPr marL="742950" indent="-285750">
              <a:defRPr sz="2400">
                <a:solidFill>
                  <a:schemeClr val="bg1"/>
                </a:solidFill>
                <a:latin typeface="Futura Md BT" pitchFamily="34" charset="0"/>
              </a:defRPr>
            </a:lvl2pPr>
            <a:lvl3pPr marL="1143000" indent="-228600">
              <a:defRPr sz="2400">
                <a:solidFill>
                  <a:schemeClr val="bg1"/>
                </a:solidFill>
                <a:latin typeface="Futura Md BT" pitchFamily="34" charset="0"/>
              </a:defRPr>
            </a:lvl3pPr>
            <a:lvl4pPr marL="1600200" indent="-228600">
              <a:defRPr sz="2400">
                <a:solidFill>
                  <a:schemeClr val="bg1"/>
                </a:solidFill>
                <a:latin typeface="Futura Md BT" pitchFamily="34" charset="0"/>
              </a:defRPr>
            </a:lvl4pPr>
            <a:lvl5pPr marL="2057400" indent="-228600">
              <a:defRPr sz="2400">
                <a:solidFill>
                  <a:schemeClr val="bg1"/>
                </a:solidFill>
                <a:latin typeface="Futura Md BT" pitchFamily="34" charset="0"/>
              </a:defRPr>
            </a:lvl5pPr>
            <a:lvl6pPr marL="2514600" indent="-228600" algn="ctr" eaLnBrk="0" fontAlgn="base" hangingPunct="0">
              <a:spcBef>
                <a:spcPct val="0"/>
              </a:spcBef>
              <a:spcAft>
                <a:spcPct val="0"/>
              </a:spcAft>
              <a:defRPr sz="2400">
                <a:solidFill>
                  <a:schemeClr val="bg1"/>
                </a:solidFill>
                <a:latin typeface="Futura Md BT" pitchFamily="34" charset="0"/>
              </a:defRPr>
            </a:lvl6pPr>
            <a:lvl7pPr marL="2971800" indent="-228600" algn="ctr" eaLnBrk="0" fontAlgn="base" hangingPunct="0">
              <a:spcBef>
                <a:spcPct val="0"/>
              </a:spcBef>
              <a:spcAft>
                <a:spcPct val="0"/>
              </a:spcAft>
              <a:defRPr sz="2400">
                <a:solidFill>
                  <a:schemeClr val="bg1"/>
                </a:solidFill>
                <a:latin typeface="Futura Md BT" pitchFamily="34" charset="0"/>
              </a:defRPr>
            </a:lvl7pPr>
            <a:lvl8pPr marL="3429000" indent="-228600" algn="ctr" eaLnBrk="0" fontAlgn="base" hangingPunct="0">
              <a:spcBef>
                <a:spcPct val="0"/>
              </a:spcBef>
              <a:spcAft>
                <a:spcPct val="0"/>
              </a:spcAft>
              <a:defRPr sz="2400">
                <a:solidFill>
                  <a:schemeClr val="bg1"/>
                </a:solidFill>
                <a:latin typeface="Futura Md BT" pitchFamily="34" charset="0"/>
              </a:defRPr>
            </a:lvl8pPr>
            <a:lvl9pPr marL="3886200" indent="-228600" algn="ctr" eaLnBrk="0" fontAlgn="base" hangingPunct="0">
              <a:spcBef>
                <a:spcPct val="0"/>
              </a:spcBef>
              <a:spcAft>
                <a:spcPct val="0"/>
              </a:spcAft>
              <a:defRPr sz="2400">
                <a:solidFill>
                  <a:schemeClr val="bg1"/>
                </a:solidFill>
                <a:latin typeface="Futura Md BT" pitchFamily="34" charset="0"/>
              </a:defRPr>
            </a:lvl9pPr>
          </a:lstStyle>
          <a:p>
            <a:endParaRPr lang="en-CA" altLang="en-US"/>
          </a:p>
        </p:txBody>
      </p:sp>
      <p:sp>
        <p:nvSpPr>
          <p:cNvPr id="23" name="Line 27">
            <a:extLst>
              <a:ext uri="{FF2B5EF4-FFF2-40B4-BE49-F238E27FC236}">
                <a16:creationId xmlns:a16="http://schemas.microsoft.com/office/drawing/2014/main" id="{69EE214A-F912-4AD7-9665-26EE537D9C01}"/>
              </a:ext>
            </a:extLst>
          </p:cNvPr>
          <p:cNvSpPr>
            <a:spLocks noChangeShapeType="1"/>
          </p:cNvSpPr>
          <p:nvPr/>
        </p:nvSpPr>
        <p:spPr bwMode="auto">
          <a:xfrm flipH="1">
            <a:off x="9406128" y="4883850"/>
            <a:ext cx="914400" cy="0"/>
          </a:xfrm>
          <a:prstGeom prst="line">
            <a:avLst/>
          </a:prstGeom>
          <a:noFill/>
          <a:ln w="19050">
            <a:solidFill>
              <a:schemeClr val="tx1"/>
            </a:solidFill>
            <a:round/>
            <a:headEnd type="oval" w="med"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 name="Rectangle 28">
            <a:extLst>
              <a:ext uri="{FF2B5EF4-FFF2-40B4-BE49-F238E27FC236}">
                <a16:creationId xmlns:a16="http://schemas.microsoft.com/office/drawing/2014/main" id="{03A049A7-CEE8-42AF-B694-768019BEE612}"/>
              </a:ext>
            </a:extLst>
          </p:cNvPr>
          <p:cNvSpPr>
            <a:spLocks noChangeArrowheads="1"/>
          </p:cNvSpPr>
          <p:nvPr/>
        </p:nvSpPr>
        <p:spPr bwMode="auto">
          <a:xfrm>
            <a:off x="5291328" y="5241036"/>
            <a:ext cx="304800" cy="304800"/>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lvl1pPr>
              <a:defRPr sz="2400">
                <a:solidFill>
                  <a:schemeClr val="bg1"/>
                </a:solidFill>
                <a:latin typeface="Futura Md BT" pitchFamily="34" charset="0"/>
              </a:defRPr>
            </a:lvl1pPr>
            <a:lvl2pPr marL="742950" indent="-285750">
              <a:defRPr sz="2400">
                <a:solidFill>
                  <a:schemeClr val="bg1"/>
                </a:solidFill>
                <a:latin typeface="Futura Md BT" pitchFamily="34" charset="0"/>
              </a:defRPr>
            </a:lvl2pPr>
            <a:lvl3pPr marL="1143000" indent="-228600">
              <a:defRPr sz="2400">
                <a:solidFill>
                  <a:schemeClr val="bg1"/>
                </a:solidFill>
                <a:latin typeface="Futura Md BT" pitchFamily="34" charset="0"/>
              </a:defRPr>
            </a:lvl3pPr>
            <a:lvl4pPr marL="1600200" indent="-228600">
              <a:defRPr sz="2400">
                <a:solidFill>
                  <a:schemeClr val="bg1"/>
                </a:solidFill>
                <a:latin typeface="Futura Md BT" pitchFamily="34" charset="0"/>
              </a:defRPr>
            </a:lvl4pPr>
            <a:lvl5pPr marL="2057400" indent="-228600">
              <a:defRPr sz="2400">
                <a:solidFill>
                  <a:schemeClr val="bg1"/>
                </a:solidFill>
                <a:latin typeface="Futura Md BT" pitchFamily="34" charset="0"/>
              </a:defRPr>
            </a:lvl5pPr>
            <a:lvl6pPr marL="2514600" indent="-228600" algn="ctr" eaLnBrk="0" fontAlgn="base" hangingPunct="0">
              <a:spcBef>
                <a:spcPct val="0"/>
              </a:spcBef>
              <a:spcAft>
                <a:spcPct val="0"/>
              </a:spcAft>
              <a:defRPr sz="2400">
                <a:solidFill>
                  <a:schemeClr val="bg1"/>
                </a:solidFill>
                <a:latin typeface="Futura Md BT" pitchFamily="34" charset="0"/>
              </a:defRPr>
            </a:lvl6pPr>
            <a:lvl7pPr marL="2971800" indent="-228600" algn="ctr" eaLnBrk="0" fontAlgn="base" hangingPunct="0">
              <a:spcBef>
                <a:spcPct val="0"/>
              </a:spcBef>
              <a:spcAft>
                <a:spcPct val="0"/>
              </a:spcAft>
              <a:defRPr sz="2400">
                <a:solidFill>
                  <a:schemeClr val="bg1"/>
                </a:solidFill>
                <a:latin typeface="Futura Md BT" pitchFamily="34" charset="0"/>
              </a:defRPr>
            </a:lvl7pPr>
            <a:lvl8pPr marL="3429000" indent="-228600" algn="ctr" eaLnBrk="0" fontAlgn="base" hangingPunct="0">
              <a:spcBef>
                <a:spcPct val="0"/>
              </a:spcBef>
              <a:spcAft>
                <a:spcPct val="0"/>
              </a:spcAft>
              <a:defRPr sz="2400">
                <a:solidFill>
                  <a:schemeClr val="bg1"/>
                </a:solidFill>
                <a:latin typeface="Futura Md BT" pitchFamily="34" charset="0"/>
              </a:defRPr>
            </a:lvl8pPr>
            <a:lvl9pPr marL="3886200" indent="-228600" algn="ctr" eaLnBrk="0" fontAlgn="base" hangingPunct="0">
              <a:spcBef>
                <a:spcPct val="0"/>
              </a:spcBef>
              <a:spcAft>
                <a:spcPct val="0"/>
              </a:spcAft>
              <a:defRPr sz="2400">
                <a:solidFill>
                  <a:schemeClr val="bg1"/>
                </a:solidFill>
                <a:latin typeface="Futura Md BT" pitchFamily="34" charset="0"/>
              </a:defRPr>
            </a:lvl9pPr>
          </a:lstStyle>
          <a:p>
            <a:pPr algn="ctr"/>
            <a:endParaRPr lang="en-CA" altLang="en-US"/>
          </a:p>
        </p:txBody>
      </p:sp>
      <p:sp>
        <p:nvSpPr>
          <p:cNvPr id="25" name="Line 29">
            <a:extLst>
              <a:ext uri="{FF2B5EF4-FFF2-40B4-BE49-F238E27FC236}">
                <a16:creationId xmlns:a16="http://schemas.microsoft.com/office/drawing/2014/main" id="{557BB239-D361-4C20-A294-2BD7E9FA4CEC}"/>
              </a:ext>
            </a:extLst>
          </p:cNvPr>
          <p:cNvSpPr>
            <a:spLocks noChangeShapeType="1"/>
          </p:cNvSpPr>
          <p:nvPr/>
        </p:nvSpPr>
        <p:spPr bwMode="auto">
          <a:xfrm flipH="1">
            <a:off x="4605528" y="5417249"/>
            <a:ext cx="838200" cy="0"/>
          </a:xfrm>
          <a:prstGeom prst="line">
            <a:avLst/>
          </a:prstGeom>
          <a:noFill/>
          <a:ln w="19050">
            <a:solidFill>
              <a:schemeClr val="tx1"/>
            </a:solidFill>
            <a:round/>
            <a:headEnd type="oval" w="med"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a:p>
        </p:txBody>
      </p:sp>
      <p:grpSp>
        <p:nvGrpSpPr>
          <p:cNvPr id="26" name="Group 31">
            <a:extLst>
              <a:ext uri="{FF2B5EF4-FFF2-40B4-BE49-F238E27FC236}">
                <a16:creationId xmlns:a16="http://schemas.microsoft.com/office/drawing/2014/main" id="{47233003-FB4C-4A8A-9D90-0D2BEC65E397}"/>
              </a:ext>
            </a:extLst>
          </p:cNvPr>
          <p:cNvGrpSpPr>
            <a:grpSpLocks/>
          </p:cNvGrpSpPr>
          <p:nvPr/>
        </p:nvGrpSpPr>
        <p:grpSpPr bwMode="auto">
          <a:xfrm>
            <a:off x="3081528" y="5807774"/>
            <a:ext cx="304800" cy="304800"/>
            <a:chOff x="720" y="3840"/>
            <a:chExt cx="192" cy="192"/>
          </a:xfrm>
          <a:solidFill>
            <a:schemeClr val="accent1">
              <a:lumMod val="20000"/>
              <a:lumOff val="80000"/>
            </a:schemeClr>
          </a:solidFill>
        </p:grpSpPr>
        <p:sp>
          <p:nvSpPr>
            <p:cNvPr id="27" name="Rectangle 32">
              <a:extLst>
                <a:ext uri="{FF2B5EF4-FFF2-40B4-BE49-F238E27FC236}">
                  <a16:creationId xmlns:a16="http://schemas.microsoft.com/office/drawing/2014/main" id="{457C9C5C-3B00-482A-BADC-673C80CCCA9D}"/>
                </a:ext>
              </a:extLst>
            </p:cNvPr>
            <p:cNvSpPr>
              <a:spLocks noChangeArrowheads="1"/>
            </p:cNvSpPr>
            <p:nvPr/>
          </p:nvSpPr>
          <p:spPr bwMode="auto">
            <a:xfrm>
              <a:off x="720" y="3840"/>
              <a:ext cx="192" cy="192"/>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1"/>
                  </a:solidFill>
                  <a:latin typeface="Futura Md BT" pitchFamily="34" charset="0"/>
                </a:defRPr>
              </a:lvl1pPr>
              <a:lvl2pPr marL="742950" indent="-285750">
                <a:defRPr sz="2400">
                  <a:solidFill>
                    <a:schemeClr val="bg1"/>
                  </a:solidFill>
                  <a:latin typeface="Futura Md BT" pitchFamily="34" charset="0"/>
                </a:defRPr>
              </a:lvl2pPr>
              <a:lvl3pPr marL="1143000" indent="-228600">
                <a:defRPr sz="2400">
                  <a:solidFill>
                    <a:schemeClr val="bg1"/>
                  </a:solidFill>
                  <a:latin typeface="Futura Md BT" pitchFamily="34" charset="0"/>
                </a:defRPr>
              </a:lvl3pPr>
              <a:lvl4pPr marL="1600200" indent="-228600">
                <a:defRPr sz="2400">
                  <a:solidFill>
                    <a:schemeClr val="bg1"/>
                  </a:solidFill>
                  <a:latin typeface="Futura Md BT" pitchFamily="34" charset="0"/>
                </a:defRPr>
              </a:lvl4pPr>
              <a:lvl5pPr marL="2057400" indent="-228600">
                <a:defRPr sz="2400">
                  <a:solidFill>
                    <a:schemeClr val="bg1"/>
                  </a:solidFill>
                  <a:latin typeface="Futura Md BT" pitchFamily="34" charset="0"/>
                </a:defRPr>
              </a:lvl5pPr>
              <a:lvl6pPr marL="2514600" indent="-228600" algn="ctr" eaLnBrk="0" fontAlgn="base" hangingPunct="0">
                <a:spcBef>
                  <a:spcPct val="0"/>
                </a:spcBef>
                <a:spcAft>
                  <a:spcPct val="0"/>
                </a:spcAft>
                <a:defRPr sz="2400">
                  <a:solidFill>
                    <a:schemeClr val="bg1"/>
                  </a:solidFill>
                  <a:latin typeface="Futura Md BT" pitchFamily="34" charset="0"/>
                </a:defRPr>
              </a:lvl6pPr>
              <a:lvl7pPr marL="2971800" indent="-228600" algn="ctr" eaLnBrk="0" fontAlgn="base" hangingPunct="0">
                <a:spcBef>
                  <a:spcPct val="0"/>
                </a:spcBef>
                <a:spcAft>
                  <a:spcPct val="0"/>
                </a:spcAft>
                <a:defRPr sz="2400">
                  <a:solidFill>
                    <a:schemeClr val="bg1"/>
                  </a:solidFill>
                  <a:latin typeface="Futura Md BT" pitchFamily="34" charset="0"/>
                </a:defRPr>
              </a:lvl7pPr>
              <a:lvl8pPr marL="3429000" indent="-228600" algn="ctr" eaLnBrk="0" fontAlgn="base" hangingPunct="0">
                <a:spcBef>
                  <a:spcPct val="0"/>
                </a:spcBef>
                <a:spcAft>
                  <a:spcPct val="0"/>
                </a:spcAft>
                <a:defRPr sz="2400">
                  <a:solidFill>
                    <a:schemeClr val="bg1"/>
                  </a:solidFill>
                  <a:latin typeface="Futura Md BT" pitchFamily="34" charset="0"/>
                </a:defRPr>
              </a:lvl8pPr>
              <a:lvl9pPr marL="3886200" indent="-228600" algn="ctr" eaLnBrk="0" fontAlgn="base" hangingPunct="0">
                <a:spcBef>
                  <a:spcPct val="0"/>
                </a:spcBef>
                <a:spcAft>
                  <a:spcPct val="0"/>
                </a:spcAft>
                <a:defRPr sz="2400">
                  <a:solidFill>
                    <a:schemeClr val="bg1"/>
                  </a:solidFill>
                  <a:latin typeface="Futura Md BT" pitchFamily="34" charset="0"/>
                </a:defRPr>
              </a:lvl9pPr>
            </a:lstStyle>
            <a:p>
              <a:endParaRPr lang="en-CA" altLang="en-US"/>
            </a:p>
          </p:txBody>
        </p:sp>
        <p:sp>
          <p:nvSpPr>
            <p:cNvPr id="28" name="Line 33">
              <a:extLst>
                <a:ext uri="{FF2B5EF4-FFF2-40B4-BE49-F238E27FC236}">
                  <a16:creationId xmlns:a16="http://schemas.microsoft.com/office/drawing/2014/main" id="{48F12D1D-C7E5-462E-ADE6-98404555E48B}"/>
                </a:ext>
              </a:extLst>
            </p:cNvPr>
            <p:cNvSpPr>
              <a:spLocks noChangeShapeType="1"/>
            </p:cNvSpPr>
            <p:nvPr/>
          </p:nvSpPr>
          <p:spPr bwMode="auto">
            <a:xfrm>
              <a:off x="816" y="3936"/>
              <a:ext cx="0" cy="0"/>
            </a:xfrm>
            <a:prstGeom prst="line">
              <a:avLst/>
            </a:prstGeom>
            <a:grpFill/>
            <a:ln w="19050">
              <a:solidFill>
                <a:schemeClr val="tx1"/>
              </a:solidFill>
              <a:round/>
              <a:headEnd type="oval" w="med" len="med"/>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extLst>
      <p:ext uri="{BB962C8B-B14F-4D97-AF65-F5344CB8AC3E}">
        <p14:creationId xmlns:p14="http://schemas.microsoft.com/office/powerpoint/2010/main" val="28317062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359FE-BEB3-4158-89FB-7FA82B83BF4C}"/>
              </a:ext>
            </a:extLst>
          </p:cNvPr>
          <p:cNvSpPr>
            <a:spLocks noGrp="1"/>
          </p:cNvSpPr>
          <p:nvPr>
            <p:ph type="title"/>
          </p:nvPr>
        </p:nvSpPr>
        <p:spPr/>
        <p:txBody>
          <a:bodyPr/>
          <a:lstStyle/>
          <a:p>
            <a:r>
              <a:rPr lang="en-US" altLang="en-US" dirty="0" err="1"/>
              <a:t>SLLNode</a:t>
            </a:r>
            <a:r>
              <a:rPr lang="en-US" altLang="en-US" dirty="0"/>
              <a:t> for Strings</a:t>
            </a:r>
            <a:endParaRPr lang="en-CA" dirty="0"/>
          </a:p>
        </p:txBody>
      </p:sp>
      <p:sp>
        <p:nvSpPr>
          <p:cNvPr id="3" name="Content Placeholder 2">
            <a:extLst>
              <a:ext uri="{FF2B5EF4-FFF2-40B4-BE49-F238E27FC236}">
                <a16:creationId xmlns:a16="http://schemas.microsoft.com/office/drawing/2014/main" id="{FB641A80-5CF8-427C-A487-3E271664F726}"/>
              </a:ext>
            </a:extLst>
          </p:cNvPr>
          <p:cNvSpPr>
            <a:spLocks noGrp="1"/>
          </p:cNvSpPr>
          <p:nvPr>
            <p:ph idx="1"/>
          </p:nvPr>
        </p:nvSpPr>
        <p:spPr/>
        <p:txBody>
          <a:bodyPr>
            <a:normAutofit fontScale="92500" lnSpcReduction="20000"/>
          </a:bodyPr>
          <a:lstStyle/>
          <a:p>
            <a:pPr>
              <a:lnSpc>
                <a:spcPct val="90000"/>
              </a:lnSpc>
              <a:tabLst>
                <a:tab pos="762000" algn="l"/>
                <a:tab pos="1143000" algn="l"/>
                <a:tab pos="1524000" algn="l"/>
                <a:tab pos="1905000" algn="l"/>
                <a:tab pos="2286000" algn="l"/>
              </a:tabLst>
            </a:pPr>
            <a:r>
              <a:rPr lang="en-US" altLang="en-US" sz="3000" dirty="0"/>
              <a:t>Java class implementing SLL nodes:</a:t>
            </a:r>
          </a:p>
          <a:p>
            <a:pPr lvl="1">
              <a:buClr>
                <a:schemeClr val="tx1"/>
              </a:buClr>
              <a:buNone/>
              <a:tabLst>
                <a:tab pos="762000" algn="l"/>
                <a:tab pos="1143000" algn="l"/>
                <a:tab pos="1524000" algn="l"/>
                <a:tab pos="1905000" algn="l"/>
                <a:tab pos="2286000" algn="l"/>
              </a:tabLst>
            </a:pPr>
            <a:endParaRPr lang="en-US" altLang="en-US" b="1" dirty="0">
              <a:solidFill>
                <a:schemeClr val="accent2"/>
              </a:solidFill>
              <a:latin typeface="Courier New" panose="02070309020205020404" pitchFamily="49" charset="0"/>
              <a:cs typeface="Times New Roman" panose="02020603050405020304" pitchFamily="18" charset="0"/>
            </a:endParaRPr>
          </a:p>
          <a:p>
            <a:pPr lvl="1">
              <a:buClr>
                <a:schemeClr val="tx1"/>
              </a:buClr>
              <a:buNone/>
              <a:tabLst>
                <a:tab pos="762000" algn="l"/>
                <a:tab pos="1143000" algn="l"/>
                <a:tab pos="1524000" algn="l"/>
                <a:tab pos="1905000" algn="l"/>
                <a:tab pos="2286000" algn="l"/>
              </a:tabLst>
            </a:pPr>
            <a:r>
              <a:rPr lang="en-US" altLang="en-US" b="1" dirty="0">
                <a:latin typeface="Courier New" panose="02070309020205020404" pitchFamily="49" charset="0"/>
                <a:cs typeface="Courier New" panose="02070309020205020404" pitchFamily="49" charset="0"/>
              </a:rPr>
              <a:t>public</a:t>
            </a:r>
            <a:r>
              <a:rPr lang="en-US" altLang="en-US" dirty="0">
                <a:latin typeface="Courier New" panose="02070309020205020404" pitchFamily="49" charset="0"/>
                <a:cs typeface="Courier New" panose="02070309020205020404" pitchFamily="49" charset="0"/>
              </a:rPr>
              <a:t> </a:t>
            </a:r>
            <a:r>
              <a:rPr lang="en-US" altLang="en-US" b="1" dirty="0">
                <a:latin typeface="Courier New" panose="02070309020205020404" pitchFamily="49" charset="0"/>
                <a:cs typeface="Courier New" panose="02070309020205020404" pitchFamily="49" charset="0"/>
              </a:rPr>
              <a:t>class</a:t>
            </a:r>
            <a:r>
              <a:rPr lang="en-US" altLang="en-US" dirty="0">
                <a:latin typeface="Courier New" panose="02070309020205020404" pitchFamily="49" charset="0"/>
                <a:cs typeface="Courier New" panose="02070309020205020404" pitchFamily="49" charset="0"/>
              </a:rPr>
              <a:t> </a:t>
            </a:r>
            <a:r>
              <a:rPr lang="en-US" altLang="en-US" dirty="0" err="1">
                <a:latin typeface="Courier New" panose="02070309020205020404" pitchFamily="49" charset="0"/>
                <a:cs typeface="Courier New" panose="02070309020205020404" pitchFamily="49" charset="0"/>
              </a:rPr>
              <a:t>SLLNode</a:t>
            </a:r>
            <a:r>
              <a:rPr lang="en-US" altLang="en-US" dirty="0">
                <a:latin typeface="Courier New" panose="02070309020205020404" pitchFamily="49" charset="0"/>
                <a:cs typeface="Courier New" panose="02070309020205020404" pitchFamily="49" charset="0"/>
              </a:rPr>
              <a:t> {</a:t>
            </a:r>
          </a:p>
          <a:p>
            <a:pPr lvl="1">
              <a:buClr>
                <a:schemeClr val="tx1"/>
              </a:buClr>
              <a:buNone/>
              <a:tabLst>
                <a:tab pos="762000" algn="l"/>
                <a:tab pos="1143000" algn="l"/>
                <a:tab pos="1524000" algn="l"/>
                <a:tab pos="1905000" algn="l"/>
                <a:tab pos="2286000" algn="l"/>
              </a:tabLst>
            </a:pPr>
            <a:r>
              <a:rPr lang="en-US" altLang="en-US" dirty="0">
                <a:latin typeface="Courier New" panose="02070309020205020404" pitchFamily="49" charset="0"/>
                <a:cs typeface="Courier New" panose="02070309020205020404" pitchFamily="49" charset="0"/>
              </a:rPr>
              <a:t>  </a:t>
            </a:r>
            <a:r>
              <a:rPr lang="en-US" altLang="en-US" b="1" dirty="0">
                <a:latin typeface="Courier New" panose="02070309020205020404" pitchFamily="49" charset="0"/>
                <a:cs typeface="Courier New" panose="02070309020205020404" pitchFamily="49" charset="0"/>
              </a:rPr>
              <a:t>private</a:t>
            </a:r>
            <a:r>
              <a:rPr lang="en-US" altLang="en-US" dirty="0">
                <a:latin typeface="Courier New" panose="02070309020205020404" pitchFamily="49" charset="0"/>
                <a:cs typeface="Courier New" panose="02070309020205020404" pitchFamily="49" charset="0"/>
              </a:rPr>
              <a:t> String element;</a:t>
            </a:r>
          </a:p>
          <a:p>
            <a:pPr lvl="1">
              <a:buClr>
                <a:schemeClr val="tx1"/>
              </a:buClr>
              <a:buNone/>
              <a:tabLst>
                <a:tab pos="762000" algn="l"/>
                <a:tab pos="1143000" algn="l"/>
                <a:tab pos="1524000" algn="l"/>
                <a:tab pos="1905000" algn="l"/>
                <a:tab pos="2286000" algn="l"/>
              </a:tabLst>
            </a:pPr>
            <a:r>
              <a:rPr lang="en-US" altLang="en-US" dirty="0">
                <a:latin typeface="Courier New" panose="02070309020205020404" pitchFamily="49" charset="0"/>
                <a:cs typeface="Courier New" panose="02070309020205020404" pitchFamily="49" charset="0"/>
              </a:rPr>
              <a:t>  </a:t>
            </a:r>
            <a:r>
              <a:rPr lang="en-US" altLang="en-US" b="1" dirty="0">
                <a:latin typeface="Courier New" panose="02070309020205020404" pitchFamily="49" charset="0"/>
                <a:cs typeface="Courier New" panose="02070309020205020404" pitchFamily="49" charset="0"/>
              </a:rPr>
              <a:t>private</a:t>
            </a:r>
            <a:r>
              <a:rPr lang="en-US" altLang="en-US" dirty="0">
                <a:latin typeface="Courier New" panose="02070309020205020404" pitchFamily="49" charset="0"/>
                <a:cs typeface="Courier New" panose="02070309020205020404" pitchFamily="49" charset="0"/>
              </a:rPr>
              <a:t> </a:t>
            </a:r>
            <a:r>
              <a:rPr lang="en-US" altLang="en-US" dirty="0" err="1">
                <a:latin typeface="Courier New" panose="02070309020205020404" pitchFamily="49" charset="0"/>
                <a:cs typeface="Courier New" panose="02070309020205020404" pitchFamily="49" charset="0"/>
              </a:rPr>
              <a:t>SLLNode</a:t>
            </a:r>
            <a:r>
              <a:rPr lang="en-US" altLang="en-US" dirty="0">
                <a:latin typeface="Courier New" panose="02070309020205020404" pitchFamily="49" charset="0"/>
                <a:cs typeface="Courier New" panose="02070309020205020404" pitchFamily="49" charset="0"/>
              </a:rPr>
              <a:t> next;</a:t>
            </a:r>
          </a:p>
          <a:p>
            <a:pPr lvl="1">
              <a:buClr>
                <a:schemeClr val="tx1"/>
              </a:buClr>
              <a:buNone/>
              <a:tabLst>
                <a:tab pos="762000" algn="l"/>
                <a:tab pos="1143000" algn="l"/>
                <a:tab pos="1524000" algn="l"/>
                <a:tab pos="1905000" algn="l"/>
                <a:tab pos="2286000" algn="l"/>
              </a:tabLst>
            </a:pPr>
            <a:endParaRPr lang="en-US" altLang="en-US" dirty="0">
              <a:latin typeface="Courier New" panose="02070309020205020404" pitchFamily="49" charset="0"/>
              <a:cs typeface="Courier New" panose="02070309020205020404" pitchFamily="49" charset="0"/>
            </a:endParaRPr>
          </a:p>
          <a:p>
            <a:pPr lvl="1">
              <a:buClr>
                <a:schemeClr val="tx1"/>
              </a:buClr>
              <a:buNone/>
              <a:tabLst>
                <a:tab pos="762000" algn="l"/>
                <a:tab pos="1143000" algn="l"/>
                <a:tab pos="1524000" algn="l"/>
                <a:tab pos="1905000" algn="l"/>
                <a:tab pos="2286000" algn="l"/>
              </a:tabLst>
            </a:pPr>
            <a:r>
              <a:rPr lang="en-US" altLang="en-US" dirty="0">
                <a:latin typeface="Courier New" panose="02070309020205020404" pitchFamily="49" charset="0"/>
                <a:cs typeface="Courier New" panose="02070309020205020404" pitchFamily="49" charset="0"/>
              </a:rPr>
              <a:t> // Constructs an SLL node with element and successor</a:t>
            </a:r>
          </a:p>
          <a:p>
            <a:pPr lvl="1">
              <a:buClr>
                <a:schemeClr val="tx1"/>
              </a:buClr>
              <a:buNone/>
              <a:tabLst>
                <a:tab pos="762000" algn="l"/>
                <a:tab pos="1143000" algn="l"/>
                <a:tab pos="1524000" algn="l"/>
                <a:tab pos="1905000" algn="l"/>
                <a:tab pos="2286000" algn="l"/>
              </a:tabLst>
            </a:pPr>
            <a:r>
              <a:rPr lang="en-US" altLang="en-US" dirty="0">
                <a:latin typeface="Courier New" panose="02070309020205020404" pitchFamily="49" charset="0"/>
                <a:cs typeface="Courier New" panose="02070309020205020404" pitchFamily="49" charset="0"/>
              </a:rPr>
              <a:t>	</a:t>
            </a:r>
            <a:r>
              <a:rPr lang="en-US" altLang="en-US" b="1" dirty="0">
                <a:latin typeface="Courier New" panose="02070309020205020404" pitchFamily="49" charset="0"/>
                <a:cs typeface="Courier New" panose="02070309020205020404" pitchFamily="49" charset="0"/>
              </a:rPr>
              <a:t>public</a:t>
            </a:r>
            <a:r>
              <a:rPr lang="en-US" altLang="en-US" dirty="0">
                <a:latin typeface="Courier New" panose="02070309020205020404" pitchFamily="49" charset="0"/>
                <a:cs typeface="Courier New" panose="02070309020205020404" pitchFamily="49" charset="0"/>
              </a:rPr>
              <a:t> </a:t>
            </a:r>
            <a:r>
              <a:rPr lang="en-US" altLang="en-US" dirty="0" err="1">
                <a:latin typeface="Courier New" panose="02070309020205020404" pitchFamily="49" charset="0"/>
                <a:cs typeface="Courier New" panose="02070309020205020404" pitchFamily="49" charset="0"/>
              </a:rPr>
              <a:t>SLLNode</a:t>
            </a:r>
            <a:r>
              <a:rPr lang="en-US" altLang="en-US" dirty="0">
                <a:latin typeface="Courier New" panose="02070309020205020404" pitchFamily="49" charset="0"/>
                <a:cs typeface="Courier New" panose="02070309020205020404" pitchFamily="49" charset="0"/>
              </a:rPr>
              <a:t>(String element, </a:t>
            </a:r>
            <a:r>
              <a:rPr lang="en-US" altLang="en-US" dirty="0" err="1">
                <a:latin typeface="Courier New" panose="02070309020205020404" pitchFamily="49" charset="0"/>
                <a:cs typeface="Courier New" panose="02070309020205020404" pitchFamily="49" charset="0"/>
              </a:rPr>
              <a:t>SLLNode</a:t>
            </a:r>
            <a:r>
              <a:rPr lang="en-US" altLang="en-US" dirty="0">
                <a:latin typeface="Courier New" panose="02070309020205020404" pitchFamily="49" charset="0"/>
                <a:cs typeface="Courier New" panose="02070309020205020404" pitchFamily="49" charset="0"/>
              </a:rPr>
              <a:t> node) {</a:t>
            </a:r>
          </a:p>
          <a:p>
            <a:pPr lvl="1">
              <a:buClr>
                <a:schemeClr val="tx1"/>
              </a:buClr>
              <a:buNone/>
              <a:tabLst>
                <a:tab pos="762000" algn="l"/>
                <a:tab pos="1143000" algn="l"/>
                <a:tab pos="1524000" algn="l"/>
                <a:tab pos="1905000" algn="l"/>
                <a:tab pos="2286000" algn="l"/>
              </a:tabLst>
            </a:pPr>
            <a:r>
              <a:rPr lang="en-US" altLang="en-US" dirty="0">
                <a:latin typeface="Courier New" panose="02070309020205020404" pitchFamily="49" charset="0"/>
                <a:cs typeface="Courier New" panose="02070309020205020404" pitchFamily="49" charset="0"/>
              </a:rPr>
              <a:t>    </a:t>
            </a:r>
            <a:r>
              <a:rPr lang="en-US" altLang="en-US" b="1" dirty="0" err="1">
                <a:latin typeface="Courier New" panose="02070309020205020404" pitchFamily="49" charset="0"/>
                <a:cs typeface="Courier New" panose="02070309020205020404" pitchFamily="49" charset="0"/>
              </a:rPr>
              <a:t>this</a:t>
            </a:r>
            <a:r>
              <a:rPr lang="en-US" altLang="en-US" dirty="0" err="1">
                <a:latin typeface="Courier New" panose="02070309020205020404" pitchFamily="49" charset="0"/>
                <a:cs typeface="Courier New" panose="02070309020205020404" pitchFamily="49" charset="0"/>
              </a:rPr>
              <a:t>.element</a:t>
            </a:r>
            <a:r>
              <a:rPr lang="en-US" altLang="en-US" dirty="0">
                <a:latin typeface="Courier New" panose="02070309020205020404" pitchFamily="49" charset="0"/>
                <a:cs typeface="Courier New" panose="02070309020205020404" pitchFamily="49" charset="0"/>
              </a:rPr>
              <a:t> = element;</a:t>
            </a:r>
          </a:p>
          <a:p>
            <a:pPr lvl="1">
              <a:buClr>
                <a:schemeClr val="tx1"/>
              </a:buClr>
              <a:buNone/>
              <a:tabLst>
                <a:tab pos="762000" algn="l"/>
                <a:tab pos="1143000" algn="l"/>
                <a:tab pos="1524000" algn="l"/>
                <a:tab pos="1905000" algn="l"/>
                <a:tab pos="2286000" algn="l"/>
              </a:tabLst>
            </a:pPr>
            <a:r>
              <a:rPr lang="en-US" altLang="en-US" dirty="0">
                <a:latin typeface="Courier New" panose="02070309020205020404" pitchFamily="49" charset="0"/>
                <a:cs typeface="Courier New" panose="02070309020205020404" pitchFamily="49" charset="0"/>
              </a:rPr>
              <a:t>    </a:t>
            </a:r>
            <a:r>
              <a:rPr lang="en-US" altLang="en-US" b="1" dirty="0" err="1">
                <a:latin typeface="Courier New" panose="02070309020205020404" pitchFamily="49" charset="0"/>
                <a:cs typeface="Courier New" panose="02070309020205020404" pitchFamily="49" charset="0"/>
              </a:rPr>
              <a:t>this</a:t>
            </a:r>
            <a:r>
              <a:rPr lang="en-US" altLang="en-US" dirty="0" err="1">
                <a:latin typeface="Courier New" panose="02070309020205020404" pitchFamily="49" charset="0"/>
                <a:cs typeface="Courier New" panose="02070309020205020404" pitchFamily="49" charset="0"/>
              </a:rPr>
              <a:t>.next</a:t>
            </a:r>
            <a:r>
              <a:rPr lang="en-US" altLang="en-US" dirty="0">
                <a:latin typeface="Courier New" panose="02070309020205020404" pitchFamily="49" charset="0"/>
                <a:cs typeface="Courier New" panose="02070309020205020404" pitchFamily="49" charset="0"/>
              </a:rPr>
              <a:t> = node;</a:t>
            </a:r>
          </a:p>
          <a:p>
            <a:pPr lvl="1">
              <a:buClr>
                <a:schemeClr val="tx1"/>
              </a:buClr>
              <a:buNone/>
              <a:tabLst>
                <a:tab pos="762000" algn="l"/>
                <a:tab pos="1143000" algn="l"/>
                <a:tab pos="1524000" algn="l"/>
                <a:tab pos="1905000" algn="l"/>
                <a:tab pos="2286000" algn="l"/>
              </a:tabLst>
            </a:pPr>
            <a:r>
              <a:rPr lang="en-US" altLang="en-US" dirty="0">
                <a:latin typeface="Courier New" panose="02070309020205020404" pitchFamily="49" charset="0"/>
                <a:cs typeface="Courier New" panose="02070309020205020404" pitchFamily="49" charset="0"/>
              </a:rPr>
              <a:t> }</a:t>
            </a:r>
          </a:p>
          <a:p>
            <a:pPr lvl="1">
              <a:buClr>
                <a:schemeClr val="tx1"/>
              </a:buClr>
              <a:buNone/>
              <a:tabLst>
                <a:tab pos="762000" algn="l"/>
                <a:tab pos="1143000" algn="l"/>
                <a:tab pos="1524000" algn="l"/>
                <a:tab pos="1905000" algn="l"/>
                <a:tab pos="2286000" algn="l"/>
              </a:tabLst>
            </a:pPr>
            <a:r>
              <a:rPr lang="en-US" altLang="en-US" dirty="0">
                <a:latin typeface="Courier New" panose="02070309020205020404" pitchFamily="49" charset="0"/>
                <a:cs typeface="Courier New" panose="02070309020205020404" pitchFamily="49" charset="0"/>
              </a:rPr>
              <a:t>	// other </a:t>
            </a:r>
            <a:r>
              <a:rPr lang="en-US" altLang="en-US" dirty="0" err="1">
                <a:latin typeface="Courier New" panose="02070309020205020404" pitchFamily="49" charset="0"/>
                <a:cs typeface="Courier New" panose="02070309020205020404" pitchFamily="49" charset="0"/>
              </a:rPr>
              <a:t>SLLNode</a:t>
            </a:r>
            <a:r>
              <a:rPr lang="en-US" altLang="en-US" dirty="0">
                <a:latin typeface="Courier New" panose="02070309020205020404" pitchFamily="49" charset="0"/>
                <a:cs typeface="Courier New" panose="02070309020205020404" pitchFamily="49" charset="0"/>
              </a:rPr>
              <a:t> methods</a:t>
            </a:r>
          </a:p>
          <a:p>
            <a:pPr lvl="1">
              <a:buClr>
                <a:schemeClr val="tx1"/>
              </a:buClr>
              <a:buNone/>
              <a:tabLst>
                <a:tab pos="762000" algn="l"/>
                <a:tab pos="1143000" algn="l"/>
                <a:tab pos="1524000" algn="l"/>
                <a:tab pos="1905000" algn="l"/>
                <a:tab pos="2286000" algn="l"/>
              </a:tabLst>
            </a:pPr>
            <a:r>
              <a:rPr lang="en-US" altLang="en-US" dirty="0">
                <a:latin typeface="Courier New" panose="02070309020205020404" pitchFamily="49" charset="0"/>
                <a:cs typeface="Courier New" panose="02070309020205020404" pitchFamily="49" charset="0"/>
              </a:rPr>
              <a:t>}</a:t>
            </a:r>
            <a:endParaRPr lang="en-CA"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0176549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3FFEB-31C6-4C07-A3C0-0334CA7F86C0}"/>
              </a:ext>
            </a:extLst>
          </p:cNvPr>
          <p:cNvSpPr>
            <a:spLocks noGrp="1"/>
          </p:cNvSpPr>
          <p:nvPr>
            <p:ph type="title"/>
          </p:nvPr>
        </p:nvSpPr>
        <p:spPr/>
        <p:txBody>
          <a:bodyPr/>
          <a:lstStyle/>
          <a:p>
            <a:r>
              <a:rPr lang="en-US" altLang="en-US" dirty="0"/>
              <a:t>SLL of </a:t>
            </a:r>
            <a:r>
              <a:rPr lang="en-US" altLang="en-US" dirty="0" err="1"/>
              <a:t>SLLNode</a:t>
            </a:r>
            <a:r>
              <a:rPr lang="en-US" altLang="en-US" dirty="0"/>
              <a:t> for Strings</a:t>
            </a:r>
            <a:endParaRPr lang="en-CA" dirty="0"/>
          </a:p>
        </p:txBody>
      </p:sp>
      <p:sp>
        <p:nvSpPr>
          <p:cNvPr id="3" name="Content Placeholder 2">
            <a:extLst>
              <a:ext uri="{FF2B5EF4-FFF2-40B4-BE49-F238E27FC236}">
                <a16:creationId xmlns:a16="http://schemas.microsoft.com/office/drawing/2014/main" id="{960D0F4E-DFA3-4FD1-AB70-5FAD33EA359F}"/>
              </a:ext>
            </a:extLst>
          </p:cNvPr>
          <p:cNvSpPr>
            <a:spLocks noGrp="1"/>
          </p:cNvSpPr>
          <p:nvPr>
            <p:ph idx="1"/>
          </p:nvPr>
        </p:nvSpPr>
        <p:spPr/>
        <p:txBody>
          <a:bodyPr/>
          <a:lstStyle/>
          <a:p>
            <a:pPr>
              <a:tabLst>
                <a:tab pos="762000" algn="l"/>
                <a:tab pos="1143000" algn="l"/>
                <a:tab pos="1524000" algn="l"/>
                <a:tab pos="1905000" algn="l"/>
                <a:tab pos="2286000" algn="l"/>
              </a:tabLst>
            </a:pPr>
            <a:r>
              <a:rPr lang="en-US" altLang="en-US" dirty="0"/>
              <a:t>Java class implementing SLL:</a:t>
            </a:r>
          </a:p>
          <a:p>
            <a:pPr lvl="1">
              <a:buClr>
                <a:schemeClr val="tx1"/>
              </a:buClr>
              <a:buNone/>
              <a:tabLst>
                <a:tab pos="762000" algn="l"/>
                <a:tab pos="1143000" algn="l"/>
                <a:tab pos="1524000" algn="l"/>
                <a:tab pos="1905000" algn="l"/>
                <a:tab pos="2286000" algn="l"/>
              </a:tabLst>
            </a:pPr>
            <a:r>
              <a:rPr lang="en-US" altLang="en-US" dirty="0">
                <a:solidFill>
                  <a:schemeClr val="accent2"/>
                </a:solidFill>
                <a:latin typeface="Courier New" panose="02070309020205020404" pitchFamily="49" charset="0"/>
                <a:cs typeface="Times New Roman" panose="02020603050405020304" pitchFamily="18" charset="0"/>
              </a:rPr>
              <a:t>	</a:t>
            </a:r>
          </a:p>
          <a:p>
            <a:pPr lvl="1">
              <a:buClr>
                <a:schemeClr val="tx1"/>
              </a:buClr>
              <a:buNone/>
              <a:tabLst>
                <a:tab pos="762000" algn="l"/>
                <a:tab pos="1143000" algn="l"/>
                <a:tab pos="1524000" algn="l"/>
                <a:tab pos="1905000" algn="l"/>
                <a:tab pos="2286000" algn="l"/>
              </a:tabLst>
            </a:pPr>
            <a:r>
              <a:rPr lang="en-US" altLang="en-US" b="1" dirty="0">
                <a:latin typeface="Courier New" panose="02070309020205020404" pitchFamily="49" charset="0"/>
                <a:cs typeface="Times New Roman" panose="02020603050405020304" pitchFamily="18" charset="0"/>
              </a:rPr>
              <a:t>	public</a:t>
            </a:r>
            <a:r>
              <a:rPr lang="en-US" altLang="en-US" dirty="0">
                <a:latin typeface="Courier New" panose="02070309020205020404" pitchFamily="49" charset="0"/>
                <a:cs typeface="Times New Roman" panose="02020603050405020304" pitchFamily="18" charset="0"/>
              </a:rPr>
              <a:t> </a:t>
            </a:r>
            <a:r>
              <a:rPr lang="en-US" altLang="en-US" b="1" dirty="0">
                <a:latin typeface="Courier New" panose="02070309020205020404" pitchFamily="49" charset="0"/>
                <a:cs typeface="Times New Roman" panose="02020603050405020304" pitchFamily="18" charset="0"/>
              </a:rPr>
              <a:t>class</a:t>
            </a:r>
            <a:r>
              <a:rPr lang="en-US" altLang="en-US" dirty="0">
                <a:latin typeface="Courier New" panose="02070309020205020404" pitchFamily="49" charset="0"/>
                <a:cs typeface="Times New Roman" panose="02020603050405020304" pitchFamily="18" charset="0"/>
              </a:rPr>
              <a:t> SLL { </a:t>
            </a:r>
          </a:p>
          <a:p>
            <a:pPr lvl="1">
              <a:buClr>
                <a:schemeClr val="tx1"/>
              </a:buClr>
              <a:buNone/>
              <a:tabLst>
                <a:tab pos="762000" algn="l"/>
                <a:tab pos="1143000" algn="l"/>
                <a:tab pos="1524000" algn="l"/>
                <a:tab pos="1905000" algn="l"/>
                <a:tab pos="2286000" algn="l"/>
              </a:tabLst>
            </a:pPr>
            <a:r>
              <a:rPr lang="en-US" altLang="en-US" dirty="0">
                <a:latin typeface="Courier New" panose="02070309020205020404" pitchFamily="49" charset="0"/>
                <a:cs typeface="Times New Roman" panose="02020603050405020304" pitchFamily="18" charset="0"/>
              </a:rPr>
              <a:t>			</a:t>
            </a:r>
            <a:r>
              <a:rPr lang="en-US" altLang="en-US" b="1" dirty="0">
                <a:latin typeface="Courier New" panose="02070309020205020404" pitchFamily="49" charset="0"/>
                <a:cs typeface="Times New Roman" panose="02020603050405020304" pitchFamily="18" charset="0"/>
              </a:rPr>
              <a:t>private</a:t>
            </a:r>
            <a:r>
              <a:rPr lang="en-US" altLang="en-US" dirty="0">
                <a:latin typeface="Courier New" panose="02070309020205020404" pitchFamily="49" charset="0"/>
                <a:cs typeface="Times New Roman" panose="02020603050405020304" pitchFamily="18" charset="0"/>
              </a:rPr>
              <a:t> </a:t>
            </a:r>
            <a:r>
              <a:rPr lang="en-US" altLang="en-US" dirty="0" err="1">
                <a:latin typeface="Courier New" panose="02070309020205020404" pitchFamily="49" charset="0"/>
                <a:cs typeface="Times New Roman" panose="02020603050405020304" pitchFamily="18" charset="0"/>
              </a:rPr>
              <a:t>SLLNode</a:t>
            </a:r>
            <a:r>
              <a:rPr lang="en-US" altLang="en-US" dirty="0">
                <a:latin typeface="Courier New" panose="02070309020205020404" pitchFamily="49" charset="0"/>
                <a:cs typeface="Times New Roman" panose="02020603050405020304" pitchFamily="18" charset="0"/>
              </a:rPr>
              <a:t> head, tail;</a:t>
            </a:r>
          </a:p>
          <a:p>
            <a:pPr lvl="1">
              <a:buClr>
                <a:schemeClr val="tx1"/>
              </a:buClr>
              <a:buNone/>
              <a:tabLst>
                <a:tab pos="762000" algn="l"/>
                <a:tab pos="1143000" algn="l"/>
                <a:tab pos="1524000" algn="l"/>
                <a:tab pos="1905000" algn="l"/>
                <a:tab pos="2286000" algn="l"/>
              </a:tabLst>
            </a:pPr>
            <a:r>
              <a:rPr lang="en-US" altLang="en-US" dirty="0">
                <a:latin typeface="Courier New" panose="02070309020205020404" pitchFamily="49" charset="0"/>
                <a:cs typeface="Times New Roman" panose="02020603050405020304" pitchFamily="18" charset="0"/>
              </a:rPr>
              <a:t>	</a:t>
            </a:r>
          </a:p>
          <a:p>
            <a:pPr lvl="1">
              <a:buClr>
                <a:schemeClr val="tx1"/>
              </a:buClr>
              <a:buNone/>
              <a:tabLst>
                <a:tab pos="762000" algn="l"/>
                <a:tab pos="1143000" algn="l"/>
                <a:tab pos="1524000" algn="l"/>
                <a:tab pos="1905000" algn="l"/>
                <a:tab pos="2286000" algn="l"/>
              </a:tabLst>
            </a:pPr>
            <a:r>
              <a:rPr lang="en-US" altLang="en-US" b="1" dirty="0">
                <a:latin typeface="Courier New" panose="02070309020205020404" pitchFamily="49" charset="0"/>
                <a:cs typeface="Times New Roman" panose="02020603050405020304" pitchFamily="18" charset="0"/>
              </a:rPr>
              <a:t>			public</a:t>
            </a:r>
            <a:r>
              <a:rPr lang="en-US" altLang="en-US" dirty="0">
                <a:latin typeface="Courier New" panose="02070309020205020404" pitchFamily="49" charset="0"/>
                <a:cs typeface="Times New Roman" panose="02020603050405020304" pitchFamily="18" charset="0"/>
              </a:rPr>
              <a:t> SLL() {</a:t>
            </a:r>
            <a:br>
              <a:rPr lang="en-US" altLang="en-US" dirty="0">
                <a:latin typeface="Courier New" panose="02070309020205020404" pitchFamily="49" charset="0"/>
                <a:cs typeface="Times New Roman" panose="02020603050405020304" pitchFamily="18" charset="0"/>
              </a:rPr>
            </a:br>
            <a:r>
              <a:rPr lang="en-US" altLang="en-US" dirty="0">
                <a:latin typeface="Courier New" panose="02070309020205020404" pitchFamily="49" charset="0"/>
                <a:cs typeface="Times New Roman" panose="02020603050405020304" pitchFamily="18" charset="0"/>
              </a:rPr>
              <a:t>			</a:t>
            </a:r>
            <a:r>
              <a:rPr lang="en-US" altLang="en-US" dirty="0">
                <a:latin typeface="Courier New" panose="02070309020205020404" pitchFamily="49" charset="0"/>
                <a:cs typeface="Courier New" panose="02070309020205020404" pitchFamily="49" charset="0"/>
              </a:rPr>
              <a:t>// Constructs an empty SLL</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a:t>
            </a:r>
            <a:r>
              <a:rPr lang="en-US" altLang="en-US" b="1" dirty="0" err="1">
                <a:latin typeface="Courier New" panose="02070309020205020404" pitchFamily="49" charset="0"/>
                <a:cs typeface="Courier New" panose="02070309020205020404" pitchFamily="49" charset="0"/>
              </a:rPr>
              <a:t>this</a:t>
            </a:r>
            <a:r>
              <a:rPr lang="en-US" altLang="en-US" dirty="0" err="1">
                <a:latin typeface="Courier New" panose="02070309020205020404" pitchFamily="49" charset="0"/>
                <a:cs typeface="Courier New" panose="02070309020205020404" pitchFamily="49" charset="0"/>
              </a:rPr>
              <a:t>.head</a:t>
            </a:r>
            <a:r>
              <a:rPr lang="en-US" altLang="en-US" dirty="0">
                <a:latin typeface="Courier New" panose="02070309020205020404" pitchFamily="49" charset="0"/>
                <a:cs typeface="Courier New" panose="02070309020205020404" pitchFamily="49" charset="0"/>
              </a:rPr>
              <a:t> = </a:t>
            </a:r>
            <a:r>
              <a:rPr lang="en-US" altLang="en-US" b="1" dirty="0" err="1">
                <a:latin typeface="Courier New" panose="02070309020205020404" pitchFamily="49" charset="0"/>
                <a:cs typeface="Courier New" panose="02070309020205020404" pitchFamily="49" charset="0"/>
              </a:rPr>
              <a:t>this</a:t>
            </a:r>
            <a:r>
              <a:rPr lang="en-US" altLang="en-US" dirty="0" err="1">
                <a:latin typeface="Courier New" panose="02070309020205020404" pitchFamily="49" charset="0"/>
                <a:cs typeface="Courier New" panose="02070309020205020404" pitchFamily="49" charset="0"/>
              </a:rPr>
              <a:t>.tail</a:t>
            </a:r>
            <a:r>
              <a:rPr lang="en-US" altLang="en-US" dirty="0">
                <a:latin typeface="Courier New" panose="02070309020205020404" pitchFamily="49" charset="0"/>
                <a:cs typeface="Courier New" panose="02070309020205020404" pitchFamily="49" charset="0"/>
              </a:rPr>
              <a:t> = </a:t>
            </a:r>
            <a:r>
              <a:rPr lang="en-US" altLang="en-US" b="1" dirty="0">
                <a:latin typeface="Courier New" panose="02070309020205020404" pitchFamily="49" charset="0"/>
                <a:cs typeface="Courier New" panose="02070309020205020404" pitchFamily="49" charset="0"/>
              </a:rPr>
              <a:t>null</a:t>
            </a:r>
            <a:r>
              <a:rPr lang="en-US" altLang="en-US" dirty="0">
                <a:latin typeface="Courier New" panose="02070309020205020404" pitchFamily="49" charset="0"/>
                <a:cs typeface="Courier New" panose="02070309020205020404" pitchFamily="49" charset="0"/>
              </a:rPr>
              <a:t>;</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a:t>
            </a:r>
          </a:p>
          <a:p>
            <a:pPr lvl="1">
              <a:buClr>
                <a:schemeClr val="tx1"/>
              </a:buClr>
              <a:buNone/>
              <a:tabLst>
                <a:tab pos="762000" algn="l"/>
                <a:tab pos="1143000" algn="l"/>
                <a:tab pos="1524000" algn="l"/>
                <a:tab pos="1905000" algn="l"/>
                <a:tab pos="2286000" algn="l"/>
              </a:tabLst>
            </a:pPr>
            <a:r>
              <a:rPr lang="en-US" altLang="en-US" dirty="0">
                <a:latin typeface="Courier New" panose="02070309020205020404" pitchFamily="49" charset="0"/>
                <a:cs typeface="Courier New" panose="02070309020205020404" pitchFamily="49" charset="0"/>
              </a:rPr>
              <a:t>			// other SLL methods</a:t>
            </a:r>
          </a:p>
          <a:p>
            <a:pPr lvl="1">
              <a:buClr>
                <a:schemeClr val="tx1"/>
              </a:buClr>
              <a:buNone/>
              <a:tabLst>
                <a:tab pos="762000" algn="l"/>
                <a:tab pos="1143000" algn="l"/>
                <a:tab pos="1524000" algn="l"/>
                <a:tab pos="1905000" algn="l"/>
                <a:tab pos="2286000" algn="l"/>
              </a:tabLst>
            </a:pPr>
            <a:r>
              <a:rPr lang="en-US" altLang="en-US" dirty="0">
                <a:latin typeface="Courier New" panose="02070309020205020404" pitchFamily="49" charset="0"/>
                <a:cs typeface="Times New Roman" panose="02020603050405020304" pitchFamily="18" charset="0"/>
              </a:rPr>
              <a:t>	}</a:t>
            </a:r>
          </a:p>
          <a:p>
            <a:endParaRPr lang="en-CA" dirty="0"/>
          </a:p>
        </p:txBody>
      </p:sp>
    </p:spTree>
    <p:extLst>
      <p:ext uri="{BB962C8B-B14F-4D97-AF65-F5344CB8AC3E}">
        <p14:creationId xmlns:p14="http://schemas.microsoft.com/office/powerpoint/2010/main" val="40068902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7A599-0DCA-4B0A-873E-F2C0E7E606B7}"/>
              </a:ext>
            </a:extLst>
          </p:cNvPr>
          <p:cNvSpPr>
            <a:spLocks noGrp="1"/>
          </p:cNvSpPr>
          <p:nvPr>
            <p:ph type="title"/>
          </p:nvPr>
        </p:nvSpPr>
        <p:spPr/>
        <p:txBody>
          <a:bodyPr/>
          <a:lstStyle/>
          <a:p>
            <a:r>
              <a:rPr lang="en-US" dirty="0"/>
              <a:t>Insertion to SLL</a:t>
            </a:r>
            <a:br>
              <a:rPr lang="en-US" dirty="0"/>
            </a:br>
            <a:r>
              <a:rPr lang="en-US" dirty="0"/>
              <a:t>	</a:t>
            </a:r>
            <a:r>
              <a:rPr lang="en-US" sz="3600" dirty="0"/>
              <a:t>add(String), add(index, String)</a:t>
            </a:r>
            <a:endParaRPr lang="en-CA" dirty="0"/>
          </a:p>
        </p:txBody>
      </p:sp>
      <p:sp>
        <p:nvSpPr>
          <p:cNvPr id="3" name="Content Placeholder 2">
            <a:extLst>
              <a:ext uri="{FF2B5EF4-FFF2-40B4-BE49-F238E27FC236}">
                <a16:creationId xmlns:a16="http://schemas.microsoft.com/office/drawing/2014/main" id="{3A9929B7-FEA9-4127-83B8-BFF448B140F4}"/>
              </a:ext>
            </a:extLst>
          </p:cNvPr>
          <p:cNvSpPr>
            <a:spLocks noGrp="1"/>
          </p:cNvSpPr>
          <p:nvPr>
            <p:ph idx="1"/>
          </p:nvPr>
        </p:nvSpPr>
        <p:spPr/>
        <p:txBody>
          <a:bodyPr>
            <a:normAutofit fontScale="85000" lnSpcReduction="20000"/>
          </a:bodyPr>
          <a:lstStyle/>
          <a:p>
            <a:pPr marL="457200" indent="-457200">
              <a:buFont typeface="+mj-lt"/>
              <a:buAutoNum type="arabicPeriod"/>
            </a:pPr>
            <a:r>
              <a:rPr lang="en-US" dirty="0"/>
              <a:t>Empty list: O(1)</a:t>
            </a:r>
          </a:p>
          <a:p>
            <a:pPr marL="457200" lvl="1" indent="0">
              <a:buNone/>
            </a:pPr>
            <a:r>
              <a:rPr lang="en-US" dirty="0"/>
              <a:t>	</a:t>
            </a:r>
            <a:r>
              <a:rPr lang="en-US" dirty="0">
                <a:latin typeface="Courier New" panose="02070309020205020404" pitchFamily="49" charset="0"/>
                <a:cs typeface="Courier New" panose="02070309020205020404" pitchFamily="49" charset="0"/>
              </a:rPr>
              <a:t>head = new; </a:t>
            </a:r>
          </a:p>
          <a:p>
            <a:pPr marL="457200" lvl="1" indent="0">
              <a:buNone/>
            </a:pPr>
            <a:r>
              <a:rPr lang="en-US" dirty="0">
                <a:latin typeface="Courier New" panose="02070309020205020404" pitchFamily="49" charset="0"/>
                <a:cs typeface="Courier New" panose="02070309020205020404" pitchFamily="49" charset="0"/>
              </a:rPr>
              <a:t>	tail = new;</a:t>
            </a:r>
          </a:p>
          <a:p>
            <a:pPr marL="457200" indent="-457200">
              <a:buFont typeface="+mj-lt"/>
              <a:buAutoNum type="arabicPeriod"/>
            </a:pPr>
            <a:r>
              <a:rPr lang="en-US" dirty="0"/>
              <a:t>Head: O(1)</a:t>
            </a:r>
          </a:p>
          <a:p>
            <a:pPr marL="457200" lvl="1" indent="0">
              <a:buNone/>
            </a:pPr>
            <a:r>
              <a:rPr lang="en-US" dirty="0"/>
              <a:t>	</a:t>
            </a:r>
            <a:r>
              <a:rPr lang="en-US" dirty="0" err="1">
                <a:latin typeface="Courier New" panose="02070309020205020404" pitchFamily="49" charset="0"/>
                <a:cs typeface="Courier New" panose="02070309020205020404" pitchFamily="49" charset="0"/>
              </a:rPr>
              <a:t>new.setNext</a:t>
            </a:r>
            <a:r>
              <a:rPr lang="en-US" dirty="0">
                <a:latin typeface="Courier New" panose="02070309020205020404" pitchFamily="49" charset="0"/>
                <a:cs typeface="Courier New" panose="02070309020205020404" pitchFamily="49" charset="0"/>
              </a:rPr>
              <a:t>(head); </a:t>
            </a:r>
          </a:p>
          <a:p>
            <a:pPr marL="457200" lvl="1" indent="0">
              <a:buNone/>
            </a:pPr>
            <a:r>
              <a:rPr lang="en-US" dirty="0">
                <a:latin typeface="Courier New" panose="02070309020205020404" pitchFamily="49" charset="0"/>
                <a:cs typeface="Courier New" panose="02070309020205020404" pitchFamily="49" charset="0"/>
              </a:rPr>
              <a:t>	head = new;</a:t>
            </a:r>
          </a:p>
          <a:p>
            <a:pPr marL="457200" indent="-457200">
              <a:buFont typeface="+mj-lt"/>
              <a:buAutoNum type="arabicPeriod"/>
            </a:pPr>
            <a:r>
              <a:rPr lang="en-US" dirty="0"/>
              <a:t>Tail: O(1)</a:t>
            </a:r>
          </a:p>
          <a:p>
            <a:pPr marL="457200" lvl="1" indent="0">
              <a:buNone/>
            </a:pPr>
            <a:r>
              <a:rPr lang="en-US" dirty="0"/>
              <a:t>	</a:t>
            </a:r>
            <a:r>
              <a:rPr lang="en-US" dirty="0" err="1">
                <a:latin typeface="Courier New" panose="02070309020205020404" pitchFamily="49" charset="0"/>
                <a:cs typeface="Courier New" panose="02070309020205020404" pitchFamily="49" charset="0"/>
              </a:rPr>
              <a:t>tail.setNext</a:t>
            </a:r>
            <a:r>
              <a:rPr lang="en-US" dirty="0">
                <a:latin typeface="Courier New" panose="02070309020205020404" pitchFamily="49" charset="0"/>
                <a:cs typeface="Courier New" panose="02070309020205020404" pitchFamily="49" charset="0"/>
              </a:rPr>
              <a:t>(new); </a:t>
            </a:r>
          </a:p>
          <a:p>
            <a:pPr marL="457200" lvl="1" indent="0">
              <a:buNone/>
            </a:pPr>
            <a:r>
              <a:rPr lang="en-US" dirty="0">
                <a:latin typeface="Courier New" panose="02070309020205020404" pitchFamily="49" charset="0"/>
                <a:cs typeface="Courier New" panose="02070309020205020404" pitchFamily="49" charset="0"/>
              </a:rPr>
              <a:t>	tail = new;</a:t>
            </a:r>
          </a:p>
          <a:p>
            <a:pPr marL="457200" indent="-457200">
              <a:buFont typeface="+mj-lt"/>
              <a:buAutoNum type="arabicPeriod"/>
            </a:pPr>
            <a:r>
              <a:rPr lang="en-US" dirty="0"/>
              <a:t>All other position: need to find the correct position first – O(n), then inserting the new node is O(1)</a:t>
            </a:r>
          </a:p>
          <a:p>
            <a:pPr lvl="1"/>
            <a:r>
              <a:rPr lang="en-US" dirty="0"/>
              <a:t>Assuming </a:t>
            </a:r>
            <a:r>
              <a:rPr lang="en-US" dirty="0" err="1"/>
              <a:t>curr</a:t>
            </a:r>
            <a:r>
              <a:rPr lang="en-US" dirty="0"/>
              <a:t> = index – 1:</a:t>
            </a:r>
          </a:p>
          <a:p>
            <a:pPr marL="457200" lvl="1" indent="0">
              <a:buNone/>
            </a:pPr>
            <a:r>
              <a:rPr lang="en-US" dirty="0"/>
              <a:t>	</a:t>
            </a:r>
            <a:r>
              <a:rPr lang="en-US" dirty="0" err="1">
                <a:latin typeface="Courier New" panose="02070309020205020404" pitchFamily="49" charset="0"/>
                <a:cs typeface="Courier New" panose="02070309020205020404" pitchFamily="49" charset="0"/>
              </a:rPr>
              <a:t>new.setNext</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curr.getNext</a:t>
            </a:r>
            <a:r>
              <a:rPr lang="en-US" dirty="0">
                <a:latin typeface="Courier New" panose="02070309020205020404" pitchFamily="49" charset="0"/>
                <a:cs typeface="Courier New" panose="02070309020205020404" pitchFamily="49" charset="0"/>
              </a:rPr>
              <a:t>()); </a:t>
            </a:r>
          </a:p>
          <a:p>
            <a:pPr marL="457200" lvl="1"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curr.setNext</a:t>
            </a:r>
            <a:r>
              <a:rPr lang="en-US" dirty="0">
                <a:latin typeface="Courier New" panose="02070309020205020404" pitchFamily="49" charset="0"/>
                <a:cs typeface="Courier New" panose="02070309020205020404" pitchFamily="49" charset="0"/>
              </a:rPr>
              <a:t>(new);</a:t>
            </a:r>
          </a:p>
          <a:p>
            <a:pPr lvl="1"/>
            <a:endParaRPr lang="en-CA" dirty="0"/>
          </a:p>
        </p:txBody>
      </p:sp>
    </p:spTree>
    <p:extLst>
      <p:ext uri="{BB962C8B-B14F-4D97-AF65-F5344CB8AC3E}">
        <p14:creationId xmlns:p14="http://schemas.microsoft.com/office/powerpoint/2010/main" val="2499602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7A599-0DCA-4B0A-873E-F2C0E7E606B7}"/>
              </a:ext>
            </a:extLst>
          </p:cNvPr>
          <p:cNvSpPr>
            <a:spLocks noGrp="1"/>
          </p:cNvSpPr>
          <p:nvPr>
            <p:ph type="title"/>
          </p:nvPr>
        </p:nvSpPr>
        <p:spPr/>
        <p:txBody>
          <a:bodyPr>
            <a:normAutofit/>
          </a:bodyPr>
          <a:lstStyle/>
          <a:p>
            <a:r>
              <a:rPr lang="en-US" dirty="0"/>
              <a:t>Deletion from SLL</a:t>
            </a:r>
            <a:br>
              <a:rPr lang="en-US" dirty="0"/>
            </a:br>
            <a:r>
              <a:rPr lang="en-US" dirty="0"/>
              <a:t>	</a:t>
            </a:r>
            <a:r>
              <a:rPr lang="en-US" sz="3600" dirty="0"/>
              <a:t>remove(String), remove(index)</a:t>
            </a:r>
            <a:endParaRPr lang="en-CA" dirty="0"/>
          </a:p>
        </p:txBody>
      </p:sp>
      <p:sp>
        <p:nvSpPr>
          <p:cNvPr id="3" name="Content Placeholder 2">
            <a:extLst>
              <a:ext uri="{FF2B5EF4-FFF2-40B4-BE49-F238E27FC236}">
                <a16:creationId xmlns:a16="http://schemas.microsoft.com/office/drawing/2014/main" id="{3A9929B7-FEA9-4127-83B8-BFF448B140F4}"/>
              </a:ext>
            </a:extLst>
          </p:cNvPr>
          <p:cNvSpPr>
            <a:spLocks noGrp="1"/>
          </p:cNvSpPr>
          <p:nvPr>
            <p:ph idx="1"/>
          </p:nvPr>
        </p:nvSpPr>
        <p:spPr/>
        <p:txBody>
          <a:bodyPr>
            <a:normAutofit fontScale="85000" lnSpcReduction="20000"/>
          </a:bodyPr>
          <a:lstStyle/>
          <a:p>
            <a:pPr marL="457200" indent="-457200">
              <a:buFont typeface="+mj-lt"/>
              <a:buAutoNum type="arabicPeriod"/>
            </a:pPr>
            <a:r>
              <a:rPr lang="en-US" dirty="0"/>
              <a:t>One node in list: O(1)</a:t>
            </a:r>
          </a:p>
          <a:p>
            <a:pPr marL="457200" lvl="1" indent="0">
              <a:buNone/>
            </a:pPr>
            <a:r>
              <a:rPr lang="en-US" dirty="0"/>
              <a:t>	</a:t>
            </a:r>
            <a:r>
              <a:rPr lang="en-US" dirty="0">
                <a:latin typeface="Courier New" panose="02070309020205020404" pitchFamily="49" charset="0"/>
                <a:cs typeface="Courier New" panose="02070309020205020404" pitchFamily="49" charset="0"/>
              </a:rPr>
              <a:t>head = null; </a:t>
            </a:r>
          </a:p>
          <a:p>
            <a:pPr marL="457200" lvl="1" indent="0">
              <a:buNone/>
            </a:pPr>
            <a:r>
              <a:rPr lang="en-US" dirty="0">
                <a:latin typeface="Courier New" panose="02070309020205020404" pitchFamily="49" charset="0"/>
                <a:cs typeface="Courier New" panose="02070309020205020404" pitchFamily="49" charset="0"/>
              </a:rPr>
              <a:t>	tail = null;</a:t>
            </a:r>
          </a:p>
          <a:p>
            <a:pPr marL="457200" indent="-457200">
              <a:buFont typeface="+mj-lt"/>
              <a:buAutoNum type="arabicPeriod"/>
            </a:pPr>
            <a:r>
              <a:rPr lang="en-US" dirty="0"/>
              <a:t>Head: O(1)</a:t>
            </a:r>
          </a:p>
          <a:p>
            <a:pPr marL="457200" lvl="1" indent="0">
              <a:buNone/>
            </a:pPr>
            <a:r>
              <a:rPr lang="en-US" dirty="0"/>
              <a:t>	</a:t>
            </a:r>
            <a:r>
              <a:rPr lang="en-US" dirty="0">
                <a:latin typeface="Courier New" panose="02070309020205020404" pitchFamily="49" charset="0"/>
                <a:cs typeface="Courier New" panose="02070309020205020404" pitchFamily="49" charset="0"/>
              </a:rPr>
              <a:t>head = </a:t>
            </a:r>
            <a:r>
              <a:rPr lang="en-US" dirty="0" err="1">
                <a:latin typeface="Courier New" panose="02070309020205020404" pitchFamily="49" charset="0"/>
                <a:cs typeface="Courier New" panose="02070309020205020404" pitchFamily="49" charset="0"/>
              </a:rPr>
              <a:t>head.getNext</a:t>
            </a:r>
            <a:r>
              <a:rPr lang="en-US" dirty="0">
                <a:latin typeface="Courier New" panose="02070309020205020404" pitchFamily="49" charset="0"/>
                <a:cs typeface="Courier New" panose="02070309020205020404" pitchFamily="49" charset="0"/>
              </a:rPr>
              <a:t>();</a:t>
            </a:r>
          </a:p>
          <a:p>
            <a:pPr marL="457200" indent="-457200">
              <a:buFont typeface="+mj-lt"/>
              <a:buAutoNum type="arabicPeriod"/>
            </a:pPr>
            <a:r>
              <a:rPr lang="en-US" dirty="0"/>
              <a:t>Tail: need to find the element before the tail first – O(n), then deleting the node is O(1)</a:t>
            </a:r>
          </a:p>
          <a:p>
            <a:pPr marL="457200" lvl="1"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curr.setNext</a:t>
            </a:r>
            <a:r>
              <a:rPr lang="en-US" dirty="0">
                <a:latin typeface="Courier New" panose="02070309020205020404" pitchFamily="49" charset="0"/>
                <a:cs typeface="Courier New" panose="02070309020205020404" pitchFamily="49" charset="0"/>
              </a:rPr>
              <a:t>(null); </a:t>
            </a:r>
          </a:p>
          <a:p>
            <a:pPr marL="457200" lvl="1" indent="0">
              <a:buNone/>
            </a:pPr>
            <a:r>
              <a:rPr lang="en-US" dirty="0">
                <a:latin typeface="Courier New" panose="02070309020205020404" pitchFamily="49" charset="0"/>
                <a:cs typeface="Courier New" panose="02070309020205020404" pitchFamily="49" charset="0"/>
              </a:rPr>
              <a:t>	tail = </a:t>
            </a:r>
            <a:r>
              <a:rPr lang="en-US" dirty="0" err="1">
                <a:latin typeface="Courier New" panose="02070309020205020404" pitchFamily="49" charset="0"/>
                <a:cs typeface="Courier New" panose="02070309020205020404" pitchFamily="49" charset="0"/>
              </a:rPr>
              <a:t>curr</a:t>
            </a:r>
            <a:r>
              <a:rPr lang="en-US" dirty="0">
                <a:latin typeface="Courier New" panose="02070309020205020404" pitchFamily="49" charset="0"/>
                <a:cs typeface="Courier New" panose="02070309020205020404" pitchFamily="49" charset="0"/>
              </a:rPr>
              <a:t>;</a:t>
            </a:r>
          </a:p>
          <a:p>
            <a:pPr marL="457200" indent="-457200">
              <a:buFont typeface="+mj-lt"/>
              <a:buAutoNum type="arabicPeriod"/>
            </a:pPr>
            <a:r>
              <a:rPr lang="en-US" dirty="0"/>
              <a:t>All other position: need to find the correct position first – O(n), then deleting the node is O(1)</a:t>
            </a:r>
          </a:p>
          <a:p>
            <a:pPr lvl="1"/>
            <a:r>
              <a:rPr lang="en-US" dirty="0"/>
              <a:t>Assuming </a:t>
            </a:r>
            <a:r>
              <a:rPr lang="en-US" dirty="0" err="1"/>
              <a:t>curr</a:t>
            </a:r>
            <a:r>
              <a:rPr lang="en-US" dirty="0"/>
              <a:t> = index – 1:</a:t>
            </a:r>
          </a:p>
          <a:p>
            <a:pPr marL="457200" lvl="1" indent="0">
              <a:buNone/>
            </a:pPr>
            <a:r>
              <a:rPr lang="en-US" dirty="0"/>
              <a:t>	</a:t>
            </a:r>
            <a:r>
              <a:rPr lang="en-US" dirty="0" err="1">
                <a:latin typeface="Courier New" panose="02070309020205020404" pitchFamily="49" charset="0"/>
                <a:cs typeface="Courier New" panose="02070309020205020404" pitchFamily="49" charset="0"/>
              </a:rPr>
              <a:t>curr.setNext</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curr.getNext</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getNext</a:t>
            </a:r>
            <a:r>
              <a:rPr lang="en-US" dirty="0">
                <a:latin typeface="Courier New" panose="02070309020205020404" pitchFamily="49" charset="0"/>
                <a:cs typeface="Courier New" panose="02070309020205020404" pitchFamily="49" charset="0"/>
              </a:rPr>
              <a:t>());</a:t>
            </a:r>
            <a:endParaRPr lang="en-CA"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6498158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C5AB7-DAD7-4B11-8171-F19FDEE4F074}"/>
              </a:ext>
            </a:extLst>
          </p:cNvPr>
          <p:cNvSpPr>
            <a:spLocks noGrp="1"/>
          </p:cNvSpPr>
          <p:nvPr>
            <p:ph type="title"/>
          </p:nvPr>
        </p:nvSpPr>
        <p:spPr/>
        <p:txBody>
          <a:bodyPr/>
          <a:lstStyle/>
          <a:p>
            <a:r>
              <a:rPr lang="en-US" dirty="0"/>
              <a:t>Sorting using SLL</a:t>
            </a:r>
            <a:endParaRPr lang="en-CA" dirty="0"/>
          </a:p>
        </p:txBody>
      </p:sp>
      <p:sp>
        <p:nvSpPr>
          <p:cNvPr id="3" name="Content Placeholder 2">
            <a:extLst>
              <a:ext uri="{FF2B5EF4-FFF2-40B4-BE49-F238E27FC236}">
                <a16:creationId xmlns:a16="http://schemas.microsoft.com/office/drawing/2014/main" id="{4368F8F4-E4EA-4343-A37C-873A244E3358}"/>
              </a:ext>
            </a:extLst>
          </p:cNvPr>
          <p:cNvSpPr>
            <a:spLocks noGrp="1"/>
          </p:cNvSpPr>
          <p:nvPr>
            <p:ph idx="1"/>
          </p:nvPr>
        </p:nvSpPr>
        <p:spPr/>
        <p:txBody>
          <a:bodyPr>
            <a:normAutofit fontScale="92500"/>
          </a:bodyPr>
          <a:lstStyle/>
          <a:p>
            <a:r>
              <a:rPr lang="en-US" dirty="0"/>
              <a:t>Most sorting algorithms requires swapping of elements</a:t>
            </a:r>
          </a:p>
          <a:p>
            <a:pPr lvl="1"/>
            <a:r>
              <a:rPr lang="en-US" dirty="0"/>
              <a:t>Finding the elements – O(n)</a:t>
            </a:r>
            <a:endParaRPr lang="en-CA" dirty="0"/>
          </a:p>
          <a:p>
            <a:pPr lvl="1"/>
            <a:r>
              <a:rPr lang="en-CA" dirty="0"/>
              <a:t>Assuming A and B are the predecessors of the 2 elements to be swapped</a:t>
            </a:r>
          </a:p>
          <a:p>
            <a:pPr marL="457200" lvl="1" indent="0">
              <a:buNone/>
            </a:pPr>
            <a:r>
              <a:rPr lang="en-CA" dirty="0"/>
              <a:t>	</a:t>
            </a:r>
            <a:r>
              <a:rPr lang="en-CA" dirty="0">
                <a:latin typeface="Courier New" panose="02070309020205020404" pitchFamily="49" charset="0"/>
                <a:cs typeface="Courier New" panose="02070309020205020404" pitchFamily="49" charset="0"/>
              </a:rPr>
              <a:t>temp = </a:t>
            </a:r>
            <a:r>
              <a:rPr lang="en-CA" dirty="0" err="1">
                <a:latin typeface="Courier New" panose="02070309020205020404" pitchFamily="49" charset="0"/>
                <a:cs typeface="Courier New" panose="02070309020205020404" pitchFamily="49" charset="0"/>
              </a:rPr>
              <a:t>A.getNext</a:t>
            </a:r>
            <a:r>
              <a:rPr lang="en-CA" dirty="0">
                <a:latin typeface="Courier New" panose="02070309020205020404" pitchFamily="49" charset="0"/>
                <a:cs typeface="Courier New" panose="02070309020205020404" pitchFamily="49" charset="0"/>
              </a:rPr>
              <a:t>();</a:t>
            </a:r>
          </a:p>
          <a:p>
            <a:pPr marL="457200" lvl="1" indent="0">
              <a:buNone/>
            </a:pPr>
            <a:r>
              <a:rPr lang="en-CA" dirty="0">
                <a:latin typeface="Courier New" panose="02070309020205020404" pitchFamily="49" charset="0"/>
                <a:cs typeface="Courier New" panose="02070309020205020404" pitchFamily="49" charset="0"/>
              </a:rPr>
              <a:t>	</a:t>
            </a:r>
            <a:r>
              <a:rPr lang="en-CA" dirty="0" err="1">
                <a:latin typeface="Courier New" panose="02070309020205020404" pitchFamily="49" charset="0"/>
                <a:cs typeface="Courier New" panose="02070309020205020404" pitchFamily="49" charset="0"/>
              </a:rPr>
              <a:t>A.setNext</a:t>
            </a:r>
            <a:r>
              <a:rPr lang="en-CA" dirty="0">
                <a:latin typeface="Courier New" panose="02070309020205020404" pitchFamily="49" charset="0"/>
                <a:cs typeface="Courier New" panose="02070309020205020404" pitchFamily="49" charset="0"/>
              </a:rPr>
              <a:t>(</a:t>
            </a:r>
            <a:r>
              <a:rPr lang="en-CA" dirty="0" err="1">
                <a:latin typeface="Courier New" panose="02070309020205020404" pitchFamily="49" charset="0"/>
                <a:cs typeface="Courier New" panose="02070309020205020404" pitchFamily="49" charset="0"/>
              </a:rPr>
              <a:t>B.getNext</a:t>
            </a:r>
            <a:r>
              <a:rPr lang="en-CA" dirty="0">
                <a:latin typeface="Courier New" panose="02070309020205020404" pitchFamily="49" charset="0"/>
                <a:cs typeface="Courier New" panose="02070309020205020404" pitchFamily="49" charset="0"/>
              </a:rPr>
              <a:t>());</a:t>
            </a:r>
          </a:p>
          <a:p>
            <a:pPr marL="457200" lvl="1" indent="0">
              <a:buNone/>
            </a:pPr>
            <a:r>
              <a:rPr lang="en-CA" dirty="0">
                <a:latin typeface="Courier New" panose="02070309020205020404" pitchFamily="49" charset="0"/>
                <a:cs typeface="Courier New" panose="02070309020205020404" pitchFamily="49" charset="0"/>
              </a:rPr>
              <a:t>	</a:t>
            </a:r>
            <a:r>
              <a:rPr lang="en-CA" dirty="0" err="1">
                <a:latin typeface="Courier New" panose="02070309020205020404" pitchFamily="49" charset="0"/>
                <a:cs typeface="Courier New" panose="02070309020205020404" pitchFamily="49" charset="0"/>
              </a:rPr>
              <a:t>B.setNext</a:t>
            </a:r>
            <a:r>
              <a:rPr lang="en-CA" dirty="0">
                <a:latin typeface="Courier New" panose="02070309020205020404" pitchFamily="49" charset="0"/>
                <a:cs typeface="Courier New" panose="02070309020205020404" pitchFamily="49" charset="0"/>
              </a:rPr>
              <a:t>(temp);</a:t>
            </a:r>
          </a:p>
          <a:p>
            <a:pPr marL="457200" lvl="1" indent="0">
              <a:buNone/>
            </a:pPr>
            <a:r>
              <a:rPr lang="en-CA" dirty="0">
                <a:latin typeface="Courier New" panose="02070309020205020404" pitchFamily="49" charset="0"/>
                <a:cs typeface="Courier New" panose="02070309020205020404" pitchFamily="49" charset="0"/>
              </a:rPr>
              <a:t>	// fix head/tail as needed</a:t>
            </a:r>
          </a:p>
          <a:p>
            <a:pPr lvl="1"/>
            <a:endParaRPr lang="en-US" dirty="0"/>
          </a:p>
          <a:p>
            <a:r>
              <a:rPr lang="en-US" dirty="0"/>
              <a:t>Finding the elements – O(n) </a:t>
            </a:r>
            <a:r>
              <a:rPr lang="en-CA" dirty="0"/>
              <a:t>If all elements are of the same data type, we can just swap the data instead of the node!</a:t>
            </a:r>
          </a:p>
          <a:p>
            <a:pPr lvl="1"/>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874221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02BFDE-9EF9-40C5-9974-D73D1BF4C4D3}"/>
              </a:ext>
            </a:extLst>
          </p:cNvPr>
          <p:cNvSpPr>
            <a:spLocks noGrp="1"/>
          </p:cNvSpPr>
          <p:nvPr>
            <p:ph type="title"/>
          </p:nvPr>
        </p:nvSpPr>
        <p:spPr/>
        <p:txBody>
          <a:bodyPr/>
          <a:lstStyle/>
          <a:p>
            <a:r>
              <a:rPr lang="en-US" altLang="en-US" dirty="0"/>
              <a:t>Doubly-Linked Lists (DLL)</a:t>
            </a:r>
            <a:endParaRPr lang="en-CA" dirty="0"/>
          </a:p>
        </p:txBody>
      </p:sp>
      <p:sp>
        <p:nvSpPr>
          <p:cNvPr id="3" name="Content Placeholder 2">
            <a:extLst>
              <a:ext uri="{FF2B5EF4-FFF2-40B4-BE49-F238E27FC236}">
                <a16:creationId xmlns:a16="http://schemas.microsoft.com/office/drawing/2014/main" id="{8CF6D035-6E5F-4DDA-A3E6-1F76B03983AD}"/>
              </a:ext>
            </a:extLst>
          </p:cNvPr>
          <p:cNvSpPr>
            <a:spLocks noGrp="1"/>
          </p:cNvSpPr>
          <p:nvPr>
            <p:ph idx="1"/>
          </p:nvPr>
        </p:nvSpPr>
        <p:spPr/>
        <p:txBody>
          <a:bodyPr/>
          <a:lstStyle/>
          <a:p>
            <a:r>
              <a:rPr lang="en-US" altLang="en-US" sz="2800" dirty="0">
                <a:cs typeface="Times New Roman" panose="02020603050405020304" pitchFamily="18" charset="0"/>
              </a:rPr>
              <a:t>Definition: a sequence of nodes, connected by links in both directions</a:t>
            </a:r>
          </a:p>
          <a:p>
            <a:pPr lvl="1"/>
            <a:r>
              <a:rPr lang="en-US" altLang="en-US" dirty="0">
                <a:cs typeface="Times New Roman" panose="02020603050405020304" pitchFamily="18" charset="0"/>
              </a:rPr>
              <a:t>Each DLL node contains a single element, plus links to the node’s successor and predecessor (or null links if head/tail)</a:t>
            </a:r>
          </a:p>
          <a:p>
            <a:pPr lvl="1"/>
            <a:r>
              <a:rPr lang="en-US" altLang="en-US" dirty="0">
                <a:cs typeface="Times New Roman" panose="02020603050405020304" pitchFamily="18" charset="0"/>
              </a:rPr>
              <a:t>The DLL header contains links to the DLL’s first and last nodes (or null links if the DLL is empty)</a:t>
            </a:r>
          </a:p>
          <a:p>
            <a:endParaRPr lang="en-CA" dirty="0"/>
          </a:p>
        </p:txBody>
      </p:sp>
      <p:grpSp>
        <p:nvGrpSpPr>
          <p:cNvPr id="4" name="Group 4">
            <a:extLst>
              <a:ext uri="{FF2B5EF4-FFF2-40B4-BE49-F238E27FC236}">
                <a16:creationId xmlns:a16="http://schemas.microsoft.com/office/drawing/2014/main" id="{D561E169-7F44-46E0-A902-DCF7121E2630}"/>
              </a:ext>
            </a:extLst>
          </p:cNvPr>
          <p:cNvGrpSpPr>
            <a:grpSpLocks/>
          </p:cNvGrpSpPr>
          <p:nvPr/>
        </p:nvGrpSpPr>
        <p:grpSpPr bwMode="auto">
          <a:xfrm>
            <a:off x="2667000" y="4400550"/>
            <a:ext cx="7010400" cy="619125"/>
            <a:chOff x="720" y="2784"/>
            <a:chExt cx="4416" cy="390"/>
          </a:xfrm>
        </p:grpSpPr>
        <p:sp>
          <p:nvSpPr>
            <p:cNvPr id="5" name="Rectangle 5">
              <a:extLst>
                <a:ext uri="{FF2B5EF4-FFF2-40B4-BE49-F238E27FC236}">
                  <a16:creationId xmlns:a16="http://schemas.microsoft.com/office/drawing/2014/main" id="{3585693E-7148-4C30-9193-41D749BB26D4}"/>
                </a:ext>
              </a:extLst>
            </p:cNvPr>
            <p:cNvSpPr>
              <a:spLocks noChangeArrowheads="1"/>
            </p:cNvSpPr>
            <p:nvPr/>
          </p:nvSpPr>
          <p:spPr bwMode="auto">
            <a:xfrm>
              <a:off x="720" y="2790"/>
              <a:ext cx="192" cy="192"/>
            </a:xfrm>
            <a:prstGeom prst="rect">
              <a:avLst/>
            </a:prstGeom>
            <a:solidFill>
              <a:schemeClr val="accent1">
                <a:lumMod val="20000"/>
                <a:lumOff val="8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1"/>
                  </a:solidFill>
                  <a:latin typeface="Futura Md BT" pitchFamily="34" charset="0"/>
                </a:defRPr>
              </a:lvl1pPr>
              <a:lvl2pPr marL="742950" indent="-285750">
                <a:defRPr sz="2400">
                  <a:solidFill>
                    <a:schemeClr val="bg1"/>
                  </a:solidFill>
                  <a:latin typeface="Futura Md BT" pitchFamily="34" charset="0"/>
                </a:defRPr>
              </a:lvl2pPr>
              <a:lvl3pPr marL="1143000" indent="-228600">
                <a:defRPr sz="2400">
                  <a:solidFill>
                    <a:schemeClr val="bg1"/>
                  </a:solidFill>
                  <a:latin typeface="Futura Md BT" pitchFamily="34" charset="0"/>
                </a:defRPr>
              </a:lvl3pPr>
              <a:lvl4pPr marL="1600200" indent="-228600">
                <a:defRPr sz="2400">
                  <a:solidFill>
                    <a:schemeClr val="bg1"/>
                  </a:solidFill>
                  <a:latin typeface="Futura Md BT" pitchFamily="34" charset="0"/>
                </a:defRPr>
              </a:lvl4pPr>
              <a:lvl5pPr marL="2057400" indent="-228600">
                <a:defRPr sz="2400">
                  <a:solidFill>
                    <a:schemeClr val="bg1"/>
                  </a:solidFill>
                  <a:latin typeface="Futura Md BT" pitchFamily="34" charset="0"/>
                </a:defRPr>
              </a:lvl5pPr>
              <a:lvl6pPr marL="2514600" indent="-228600" algn="ctr" eaLnBrk="0" fontAlgn="base" hangingPunct="0">
                <a:spcBef>
                  <a:spcPct val="0"/>
                </a:spcBef>
                <a:spcAft>
                  <a:spcPct val="0"/>
                </a:spcAft>
                <a:defRPr sz="2400">
                  <a:solidFill>
                    <a:schemeClr val="bg1"/>
                  </a:solidFill>
                  <a:latin typeface="Futura Md BT" pitchFamily="34" charset="0"/>
                </a:defRPr>
              </a:lvl6pPr>
              <a:lvl7pPr marL="2971800" indent="-228600" algn="ctr" eaLnBrk="0" fontAlgn="base" hangingPunct="0">
                <a:spcBef>
                  <a:spcPct val="0"/>
                </a:spcBef>
                <a:spcAft>
                  <a:spcPct val="0"/>
                </a:spcAft>
                <a:defRPr sz="2400">
                  <a:solidFill>
                    <a:schemeClr val="bg1"/>
                  </a:solidFill>
                  <a:latin typeface="Futura Md BT" pitchFamily="34" charset="0"/>
                </a:defRPr>
              </a:lvl7pPr>
              <a:lvl8pPr marL="3429000" indent="-228600" algn="ctr" eaLnBrk="0" fontAlgn="base" hangingPunct="0">
                <a:spcBef>
                  <a:spcPct val="0"/>
                </a:spcBef>
                <a:spcAft>
                  <a:spcPct val="0"/>
                </a:spcAft>
                <a:defRPr sz="2400">
                  <a:solidFill>
                    <a:schemeClr val="bg1"/>
                  </a:solidFill>
                  <a:latin typeface="Futura Md BT" pitchFamily="34" charset="0"/>
                </a:defRPr>
              </a:lvl8pPr>
              <a:lvl9pPr marL="3886200" indent="-228600" algn="ctr" eaLnBrk="0" fontAlgn="base" hangingPunct="0">
                <a:spcBef>
                  <a:spcPct val="0"/>
                </a:spcBef>
                <a:spcAft>
                  <a:spcPct val="0"/>
                </a:spcAft>
                <a:defRPr sz="2400">
                  <a:solidFill>
                    <a:schemeClr val="bg1"/>
                  </a:solidFill>
                  <a:latin typeface="Futura Md BT" pitchFamily="34" charset="0"/>
                </a:defRPr>
              </a:lvl9pPr>
            </a:lstStyle>
            <a:p>
              <a:endParaRPr lang="en-CA" altLang="en-US"/>
            </a:p>
          </p:txBody>
        </p:sp>
        <p:sp>
          <p:nvSpPr>
            <p:cNvPr id="6" name="Rectangle 6">
              <a:extLst>
                <a:ext uri="{FF2B5EF4-FFF2-40B4-BE49-F238E27FC236}">
                  <a16:creationId xmlns:a16="http://schemas.microsoft.com/office/drawing/2014/main" id="{1D379650-B358-4732-A1D7-4BC822CAF4B7}"/>
                </a:ext>
              </a:extLst>
            </p:cNvPr>
            <p:cNvSpPr>
              <a:spLocks noChangeArrowheads="1"/>
            </p:cNvSpPr>
            <p:nvPr/>
          </p:nvSpPr>
          <p:spPr bwMode="auto">
            <a:xfrm>
              <a:off x="720" y="2982"/>
              <a:ext cx="192" cy="192"/>
            </a:xfrm>
            <a:prstGeom prst="rect">
              <a:avLst/>
            </a:prstGeom>
            <a:solidFill>
              <a:schemeClr val="accent1">
                <a:lumMod val="20000"/>
                <a:lumOff val="8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1"/>
                  </a:solidFill>
                  <a:latin typeface="Futura Md BT" pitchFamily="34" charset="0"/>
                </a:defRPr>
              </a:lvl1pPr>
              <a:lvl2pPr marL="742950" indent="-285750">
                <a:defRPr sz="2400">
                  <a:solidFill>
                    <a:schemeClr val="bg1"/>
                  </a:solidFill>
                  <a:latin typeface="Futura Md BT" pitchFamily="34" charset="0"/>
                </a:defRPr>
              </a:lvl2pPr>
              <a:lvl3pPr marL="1143000" indent="-228600">
                <a:defRPr sz="2400">
                  <a:solidFill>
                    <a:schemeClr val="bg1"/>
                  </a:solidFill>
                  <a:latin typeface="Futura Md BT" pitchFamily="34" charset="0"/>
                </a:defRPr>
              </a:lvl3pPr>
              <a:lvl4pPr marL="1600200" indent="-228600">
                <a:defRPr sz="2400">
                  <a:solidFill>
                    <a:schemeClr val="bg1"/>
                  </a:solidFill>
                  <a:latin typeface="Futura Md BT" pitchFamily="34" charset="0"/>
                </a:defRPr>
              </a:lvl4pPr>
              <a:lvl5pPr marL="2057400" indent="-228600">
                <a:defRPr sz="2400">
                  <a:solidFill>
                    <a:schemeClr val="bg1"/>
                  </a:solidFill>
                  <a:latin typeface="Futura Md BT" pitchFamily="34" charset="0"/>
                </a:defRPr>
              </a:lvl5pPr>
              <a:lvl6pPr marL="2514600" indent="-228600" algn="ctr" eaLnBrk="0" fontAlgn="base" hangingPunct="0">
                <a:spcBef>
                  <a:spcPct val="0"/>
                </a:spcBef>
                <a:spcAft>
                  <a:spcPct val="0"/>
                </a:spcAft>
                <a:defRPr sz="2400">
                  <a:solidFill>
                    <a:schemeClr val="bg1"/>
                  </a:solidFill>
                  <a:latin typeface="Futura Md BT" pitchFamily="34" charset="0"/>
                </a:defRPr>
              </a:lvl6pPr>
              <a:lvl7pPr marL="2971800" indent="-228600" algn="ctr" eaLnBrk="0" fontAlgn="base" hangingPunct="0">
                <a:spcBef>
                  <a:spcPct val="0"/>
                </a:spcBef>
                <a:spcAft>
                  <a:spcPct val="0"/>
                </a:spcAft>
                <a:defRPr sz="2400">
                  <a:solidFill>
                    <a:schemeClr val="bg1"/>
                  </a:solidFill>
                  <a:latin typeface="Futura Md BT" pitchFamily="34" charset="0"/>
                </a:defRPr>
              </a:lvl7pPr>
              <a:lvl8pPr marL="3429000" indent="-228600" algn="ctr" eaLnBrk="0" fontAlgn="base" hangingPunct="0">
                <a:spcBef>
                  <a:spcPct val="0"/>
                </a:spcBef>
                <a:spcAft>
                  <a:spcPct val="0"/>
                </a:spcAft>
                <a:defRPr sz="2400">
                  <a:solidFill>
                    <a:schemeClr val="bg1"/>
                  </a:solidFill>
                  <a:latin typeface="Futura Md BT" pitchFamily="34" charset="0"/>
                </a:defRPr>
              </a:lvl8pPr>
              <a:lvl9pPr marL="3886200" indent="-228600" algn="ctr" eaLnBrk="0" fontAlgn="base" hangingPunct="0">
                <a:spcBef>
                  <a:spcPct val="0"/>
                </a:spcBef>
                <a:spcAft>
                  <a:spcPct val="0"/>
                </a:spcAft>
                <a:defRPr sz="2400">
                  <a:solidFill>
                    <a:schemeClr val="bg1"/>
                  </a:solidFill>
                  <a:latin typeface="Futura Md BT" pitchFamily="34" charset="0"/>
                </a:defRPr>
              </a:lvl9pPr>
            </a:lstStyle>
            <a:p>
              <a:endParaRPr lang="en-CA" altLang="en-US"/>
            </a:p>
          </p:txBody>
        </p:sp>
        <p:sp>
          <p:nvSpPr>
            <p:cNvPr id="7" name="Text Box 7">
              <a:extLst>
                <a:ext uri="{FF2B5EF4-FFF2-40B4-BE49-F238E27FC236}">
                  <a16:creationId xmlns:a16="http://schemas.microsoft.com/office/drawing/2014/main" id="{317F32F2-C7CD-43EB-B7B6-4C1D43D2E869}"/>
                </a:ext>
              </a:extLst>
            </p:cNvPr>
            <p:cNvSpPr txBox="1">
              <a:spLocks noChangeArrowheads="1"/>
            </p:cNvSpPr>
            <p:nvPr/>
          </p:nvSpPr>
          <p:spPr bwMode="auto">
            <a:xfrm>
              <a:off x="1344" y="2784"/>
              <a:ext cx="576" cy="198"/>
            </a:xfrm>
            <a:prstGeom prst="rect">
              <a:avLst/>
            </a:prstGeom>
            <a:solidFill>
              <a:schemeClr val="accent1">
                <a:lumMod val="20000"/>
                <a:lumOff val="8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defRPr sz="2400">
                  <a:solidFill>
                    <a:schemeClr val="bg1"/>
                  </a:solidFill>
                  <a:latin typeface="Futura Md BT" pitchFamily="34" charset="0"/>
                </a:defRPr>
              </a:lvl1pPr>
              <a:lvl2pPr marL="742950" indent="-285750">
                <a:defRPr sz="2400">
                  <a:solidFill>
                    <a:schemeClr val="bg1"/>
                  </a:solidFill>
                  <a:latin typeface="Futura Md BT" pitchFamily="34" charset="0"/>
                </a:defRPr>
              </a:lvl2pPr>
              <a:lvl3pPr marL="1143000" indent="-228600">
                <a:defRPr sz="2400">
                  <a:solidFill>
                    <a:schemeClr val="bg1"/>
                  </a:solidFill>
                  <a:latin typeface="Futura Md BT" pitchFamily="34" charset="0"/>
                </a:defRPr>
              </a:lvl3pPr>
              <a:lvl4pPr marL="1600200" indent="-228600">
                <a:defRPr sz="2400">
                  <a:solidFill>
                    <a:schemeClr val="bg1"/>
                  </a:solidFill>
                  <a:latin typeface="Futura Md BT" pitchFamily="34" charset="0"/>
                </a:defRPr>
              </a:lvl4pPr>
              <a:lvl5pPr marL="2057400" indent="-228600">
                <a:defRPr sz="2400">
                  <a:solidFill>
                    <a:schemeClr val="bg1"/>
                  </a:solidFill>
                  <a:latin typeface="Futura Md BT" pitchFamily="34" charset="0"/>
                </a:defRPr>
              </a:lvl5pPr>
              <a:lvl6pPr marL="2514600" indent="-228600" algn="ctr" eaLnBrk="0" fontAlgn="base" hangingPunct="0">
                <a:spcBef>
                  <a:spcPct val="0"/>
                </a:spcBef>
                <a:spcAft>
                  <a:spcPct val="0"/>
                </a:spcAft>
                <a:defRPr sz="2400">
                  <a:solidFill>
                    <a:schemeClr val="bg1"/>
                  </a:solidFill>
                  <a:latin typeface="Futura Md BT" pitchFamily="34" charset="0"/>
                </a:defRPr>
              </a:lvl6pPr>
              <a:lvl7pPr marL="2971800" indent="-228600" algn="ctr" eaLnBrk="0" fontAlgn="base" hangingPunct="0">
                <a:spcBef>
                  <a:spcPct val="0"/>
                </a:spcBef>
                <a:spcAft>
                  <a:spcPct val="0"/>
                </a:spcAft>
                <a:defRPr sz="2400">
                  <a:solidFill>
                    <a:schemeClr val="bg1"/>
                  </a:solidFill>
                  <a:latin typeface="Futura Md BT" pitchFamily="34" charset="0"/>
                </a:defRPr>
              </a:lvl7pPr>
              <a:lvl8pPr marL="3429000" indent="-228600" algn="ctr" eaLnBrk="0" fontAlgn="base" hangingPunct="0">
                <a:spcBef>
                  <a:spcPct val="0"/>
                </a:spcBef>
                <a:spcAft>
                  <a:spcPct val="0"/>
                </a:spcAft>
                <a:defRPr sz="2400">
                  <a:solidFill>
                    <a:schemeClr val="bg1"/>
                  </a:solidFill>
                  <a:latin typeface="Futura Md BT" pitchFamily="34" charset="0"/>
                </a:defRPr>
              </a:lvl8pPr>
              <a:lvl9pPr marL="3886200" indent="-228600" algn="ctr" eaLnBrk="0" fontAlgn="base" hangingPunct="0">
                <a:spcBef>
                  <a:spcPct val="0"/>
                </a:spcBef>
                <a:spcAft>
                  <a:spcPct val="0"/>
                </a:spcAft>
                <a:defRPr sz="2400">
                  <a:solidFill>
                    <a:schemeClr val="bg1"/>
                  </a:solidFill>
                  <a:latin typeface="Futura Md BT" pitchFamily="34" charset="0"/>
                </a:defRPr>
              </a:lvl9pPr>
            </a:lstStyle>
            <a:p>
              <a:pPr algn="ctr">
                <a:spcBef>
                  <a:spcPct val="50000"/>
                </a:spcBef>
              </a:pPr>
              <a:r>
                <a:rPr lang="en-GB" altLang="en-US" sz="2000" dirty="0">
                  <a:solidFill>
                    <a:schemeClr val="tx1"/>
                  </a:solidFill>
                  <a:latin typeface="Times New Roman" panose="02020603050405020304" pitchFamily="18" charset="0"/>
                </a:rPr>
                <a:t>pig</a:t>
              </a:r>
            </a:p>
          </p:txBody>
        </p:sp>
        <p:sp>
          <p:nvSpPr>
            <p:cNvPr id="8" name="Text Box 8">
              <a:extLst>
                <a:ext uri="{FF2B5EF4-FFF2-40B4-BE49-F238E27FC236}">
                  <a16:creationId xmlns:a16="http://schemas.microsoft.com/office/drawing/2014/main" id="{4C09102B-6405-48EA-97BF-9439C01F9E40}"/>
                </a:ext>
              </a:extLst>
            </p:cNvPr>
            <p:cNvSpPr txBox="1">
              <a:spLocks noChangeArrowheads="1"/>
            </p:cNvSpPr>
            <p:nvPr/>
          </p:nvSpPr>
          <p:spPr bwMode="auto">
            <a:xfrm>
              <a:off x="2352" y="2784"/>
              <a:ext cx="576" cy="198"/>
            </a:xfrm>
            <a:prstGeom prst="rect">
              <a:avLst/>
            </a:prstGeom>
            <a:solidFill>
              <a:schemeClr val="accent1">
                <a:lumMod val="20000"/>
                <a:lumOff val="8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defRPr sz="2400">
                  <a:solidFill>
                    <a:schemeClr val="bg1"/>
                  </a:solidFill>
                  <a:latin typeface="Futura Md BT" pitchFamily="34" charset="0"/>
                </a:defRPr>
              </a:lvl1pPr>
              <a:lvl2pPr marL="742950" indent="-285750">
                <a:defRPr sz="2400">
                  <a:solidFill>
                    <a:schemeClr val="bg1"/>
                  </a:solidFill>
                  <a:latin typeface="Futura Md BT" pitchFamily="34" charset="0"/>
                </a:defRPr>
              </a:lvl2pPr>
              <a:lvl3pPr marL="1143000" indent="-228600">
                <a:defRPr sz="2400">
                  <a:solidFill>
                    <a:schemeClr val="bg1"/>
                  </a:solidFill>
                  <a:latin typeface="Futura Md BT" pitchFamily="34" charset="0"/>
                </a:defRPr>
              </a:lvl3pPr>
              <a:lvl4pPr marL="1600200" indent="-228600">
                <a:defRPr sz="2400">
                  <a:solidFill>
                    <a:schemeClr val="bg1"/>
                  </a:solidFill>
                  <a:latin typeface="Futura Md BT" pitchFamily="34" charset="0"/>
                </a:defRPr>
              </a:lvl4pPr>
              <a:lvl5pPr marL="2057400" indent="-228600">
                <a:defRPr sz="2400">
                  <a:solidFill>
                    <a:schemeClr val="bg1"/>
                  </a:solidFill>
                  <a:latin typeface="Futura Md BT" pitchFamily="34" charset="0"/>
                </a:defRPr>
              </a:lvl5pPr>
              <a:lvl6pPr marL="2514600" indent="-228600" algn="ctr" eaLnBrk="0" fontAlgn="base" hangingPunct="0">
                <a:spcBef>
                  <a:spcPct val="0"/>
                </a:spcBef>
                <a:spcAft>
                  <a:spcPct val="0"/>
                </a:spcAft>
                <a:defRPr sz="2400">
                  <a:solidFill>
                    <a:schemeClr val="bg1"/>
                  </a:solidFill>
                  <a:latin typeface="Futura Md BT" pitchFamily="34" charset="0"/>
                </a:defRPr>
              </a:lvl6pPr>
              <a:lvl7pPr marL="2971800" indent="-228600" algn="ctr" eaLnBrk="0" fontAlgn="base" hangingPunct="0">
                <a:spcBef>
                  <a:spcPct val="0"/>
                </a:spcBef>
                <a:spcAft>
                  <a:spcPct val="0"/>
                </a:spcAft>
                <a:defRPr sz="2400">
                  <a:solidFill>
                    <a:schemeClr val="bg1"/>
                  </a:solidFill>
                  <a:latin typeface="Futura Md BT" pitchFamily="34" charset="0"/>
                </a:defRPr>
              </a:lvl7pPr>
              <a:lvl8pPr marL="3429000" indent="-228600" algn="ctr" eaLnBrk="0" fontAlgn="base" hangingPunct="0">
                <a:spcBef>
                  <a:spcPct val="0"/>
                </a:spcBef>
                <a:spcAft>
                  <a:spcPct val="0"/>
                </a:spcAft>
                <a:defRPr sz="2400">
                  <a:solidFill>
                    <a:schemeClr val="bg1"/>
                  </a:solidFill>
                  <a:latin typeface="Futura Md BT" pitchFamily="34" charset="0"/>
                </a:defRPr>
              </a:lvl8pPr>
              <a:lvl9pPr marL="3886200" indent="-228600" algn="ctr" eaLnBrk="0" fontAlgn="base" hangingPunct="0">
                <a:spcBef>
                  <a:spcPct val="0"/>
                </a:spcBef>
                <a:spcAft>
                  <a:spcPct val="0"/>
                </a:spcAft>
                <a:defRPr sz="2400">
                  <a:solidFill>
                    <a:schemeClr val="bg1"/>
                  </a:solidFill>
                  <a:latin typeface="Futura Md BT" pitchFamily="34" charset="0"/>
                </a:defRPr>
              </a:lvl9pPr>
            </a:lstStyle>
            <a:p>
              <a:pPr algn="ctr">
                <a:spcBef>
                  <a:spcPct val="50000"/>
                </a:spcBef>
              </a:pPr>
              <a:r>
                <a:rPr lang="en-GB" altLang="en-US" sz="2000">
                  <a:solidFill>
                    <a:schemeClr val="tx1"/>
                  </a:solidFill>
                  <a:latin typeface="Times New Roman" panose="02020603050405020304" pitchFamily="18" charset="0"/>
                </a:rPr>
                <a:t>dog</a:t>
              </a:r>
            </a:p>
          </p:txBody>
        </p:sp>
        <p:sp>
          <p:nvSpPr>
            <p:cNvPr id="9" name="Text Box 9">
              <a:extLst>
                <a:ext uri="{FF2B5EF4-FFF2-40B4-BE49-F238E27FC236}">
                  <a16:creationId xmlns:a16="http://schemas.microsoft.com/office/drawing/2014/main" id="{2146DFDF-56A8-4CA8-8534-C0F78833CFCD}"/>
                </a:ext>
              </a:extLst>
            </p:cNvPr>
            <p:cNvSpPr txBox="1">
              <a:spLocks noChangeArrowheads="1"/>
            </p:cNvSpPr>
            <p:nvPr/>
          </p:nvSpPr>
          <p:spPr bwMode="auto">
            <a:xfrm>
              <a:off x="4368" y="2784"/>
              <a:ext cx="576" cy="198"/>
            </a:xfrm>
            <a:prstGeom prst="rect">
              <a:avLst/>
            </a:prstGeom>
            <a:solidFill>
              <a:schemeClr val="accent1">
                <a:lumMod val="20000"/>
                <a:lumOff val="8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defRPr sz="2400">
                  <a:solidFill>
                    <a:schemeClr val="bg1"/>
                  </a:solidFill>
                  <a:latin typeface="Futura Md BT" pitchFamily="34" charset="0"/>
                </a:defRPr>
              </a:lvl1pPr>
              <a:lvl2pPr marL="742950" indent="-285750">
                <a:defRPr sz="2400">
                  <a:solidFill>
                    <a:schemeClr val="bg1"/>
                  </a:solidFill>
                  <a:latin typeface="Futura Md BT" pitchFamily="34" charset="0"/>
                </a:defRPr>
              </a:lvl2pPr>
              <a:lvl3pPr marL="1143000" indent="-228600">
                <a:defRPr sz="2400">
                  <a:solidFill>
                    <a:schemeClr val="bg1"/>
                  </a:solidFill>
                  <a:latin typeface="Futura Md BT" pitchFamily="34" charset="0"/>
                </a:defRPr>
              </a:lvl3pPr>
              <a:lvl4pPr marL="1600200" indent="-228600">
                <a:defRPr sz="2400">
                  <a:solidFill>
                    <a:schemeClr val="bg1"/>
                  </a:solidFill>
                  <a:latin typeface="Futura Md BT" pitchFamily="34" charset="0"/>
                </a:defRPr>
              </a:lvl4pPr>
              <a:lvl5pPr marL="2057400" indent="-228600">
                <a:defRPr sz="2400">
                  <a:solidFill>
                    <a:schemeClr val="bg1"/>
                  </a:solidFill>
                  <a:latin typeface="Futura Md BT" pitchFamily="34" charset="0"/>
                </a:defRPr>
              </a:lvl5pPr>
              <a:lvl6pPr marL="2514600" indent="-228600" algn="ctr" eaLnBrk="0" fontAlgn="base" hangingPunct="0">
                <a:spcBef>
                  <a:spcPct val="0"/>
                </a:spcBef>
                <a:spcAft>
                  <a:spcPct val="0"/>
                </a:spcAft>
                <a:defRPr sz="2400">
                  <a:solidFill>
                    <a:schemeClr val="bg1"/>
                  </a:solidFill>
                  <a:latin typeface="Futura Md BT" pitchFamily="34" charset="0"/>
                </a:defRPr>
              </a:lvl6pPr>
              <a:lvl7pPr marL="2971800" indent="-228600" algn="ctr" eaLnBrk="0" fontAlgn="base" hangingPunct="0">
                <a:spcBef>
                  <a:spcPct val="0"/>
                </a:spcBef>
                <a:spcAft>
                  <a:spcPct val="0"/>
                </a:spcAft>
                <a:defRPr sz="2400">
                  <a:solidFill>
                    <a:schemeClr val="bg1"/>
                  </a:solidFill>
                  <a:latin typeface="Futura Md BT" pitchFamily="34" charset="0"/>
                </a:defRPr>
              </a:lvl7pPr>
              <a:lvl8pPr marL="3429000" indent="-228600" algn="ctr" eaLnBrk="0" fontAlgn="base" hangingPunct="0">
                <a:spcBef>
                  <a:spcPct val="0"/>
                </a:spcBef>
                <a:spcAft>
                  <a:spcPct val="0"/>
                </a:spcAft>
                <a:defRPr sz="2400">
                  <a:solidFill>
                    <a:schemeClr val="bg1"/>
                  </a:solidFill>
                  <a:latin typeface="Futura Md BT" pitchFamily="34" charset="0"/>
                </a:defRPr>
              </a:lvl8pPr>
              <a:lvl9pPr marL="3886200" indent="-228600" algn="ctr" eaLnBrk="0" fontAlgn="base" hangingPunct="0">
                <a:spcBef>
                  <a:spcPct val="0"/>
                </a:spcBef>
                <a:spcAft>
                  <a:spcPct val="0"/>
                </a:spcAft>
                <a:defRPr sz="2400">
                  <a:solidFill>
                    <a:schemeClr val="bg1"/>
                  </a:solidFill>
                  <a:latin typeface="Futura Md BT" pitchFamily="34" charset="0"/>
                </a:defRPr>
              </a:lvl9pPr>
            </a:lstStyle>
            <a:p>
              <a:pPr algn="ctr">
                <a:spcBef>
                  <a:spcPct val="50000"/>
                </a:spcBef>
              </a:pPr>
              <a:r>
                <a:rPr lang="en-GB" altLang="en-US" sz="2000" dirty="0">
                  <a:solidFill>
                    <a:schemeClr val="tx1"/>
                  </a:solidFill>
                  <a:latin typeface="Times New Roman" panose="02020603050405020304" pitchFamily="18" charset="0"/>
                </a:rPr>
                <a:t>rat</a:t>
              </a:r>
            </a:p>
          </p:txBody>
        </p:sp>
        <p:sp>
          <p:nvSpPr>
            <p:cNvPr id="10" name="Line 10">
              <a:extLst>
                <a:ext uri="{FF2B5EF4-FFF2-40B4-BE49-F238E27FC236}">
                  <a16:creationId xmlns:a16="http://schemas.microsoft.com/office/drawing/2014/main" id="{C15F4838-5158-4ABC-B2C8-7C9F991338DD}"/>
                </a:ext>
              </a:extLst>
            </p:cNvPr>
            <p:cNvSpPr>
              <a:spLocks noChangeShapeType="1"/>
            </p:cNvSpPr>
            <p:nvPr/>
          </p:nvSpPr>
          <p:spPr bwMode="auto">
            <a:xfrm>
              <a:off x="1824" y="2838"/>
              <a:ext cx="528" cy="0"/>
            </a:xfrm>
            <a:prstGeom prst="line">
              <a:avLst/>
            </a:prstGeom>
            <a:noFill/>
            <a:ln w="19050">
              <a:solidFill>
                <a:schemeClr val="tx1"/>
              </a:solidFill>
              <a:round/>
              <a:headEnd type="oval" w="med"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 name="Line 11">
              <a:extLst>
                <a:ext uri="{FF2B5EF4-FFF2-40B4-BE49-F238E27FC236}">
                  <a16:creationId xmlns:a16="http://schemas.microsoft.com/office/drawing/2014/main" id="{689025FE-C6BF-4D71-B193-3BF5F81C55ED}"/>
                </a:ext>
              </a:extLst>
            </p:cNvPr>
            <p:cNvSpPr>
              <a:spLocks noChangeShapeType="1"/>
            </p:cNvSpPr>
            <p:nvPr/>
          </p:nvSpPr>
          <p:spPr bwMode="auto">
            <a:xfrm>
              <a:off x="4848" y="2838"/>
              <a:ext cx="0" cy="0"/>
            </a:xfrm>
            <a:prstGeom prst="line">
              <a:avLst/>
            </a:prstGeom>
            <a:noFill/>
            <a:ln w="19050">
              <a:solidFill>
                <a:schemeClr val="tx1"/>
              </a:solidFill>
              <a:round/>
              <a:headEnd type="oval" w="med" len="me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 name="Freeform 12">
              <a:extLst>
                <a:ext uri="{FF2B5EF4-FFF2-40B4-BE49-F238E27FC236}">
                  <a16:creationId xmlns:a16="http://schemas.microsoft.com/office/drawing/2014/main" id="{EBDB980A-5F64-4CE5-9F80-038158AA5D49}"/>
                </a:ext>
              </a:extLst>
            </p:cNvPr>
            <p:cNvSpPr>
              <a:spLocks/>
            </p:cNvSpPr>
            <p:nvPr/>
          </p:nvSpPr>
          <p:spPr bwMode="auto">
            <a:xfrm>
              <a:off x="816" y="2838"/>
              <a:ext cx="528" cy="48"/>
            </a:xfrm>
            <a:custGeom>
              <a:avLst/>
              <a:gdLst>
                <a:gd name="T0" fmla="*/ 0 w 528"/>
                <a:gd name="T1" fmla="*/ 48 h 48"/>
                <a:gd name="T2" fmla="*/ 96 w 528"/>
                <a:gd name="T3" fmla="*/ 0 h 48"/>
                <a:gd name="T4" fmla="*/ 528 w 528"/>
                <a:gd name="T5" fmla="*/ 0 h 48"/>
                <a:gd name="T6" fmla="*/ 0 60000 65536"/>
                <a:gd name="T7" fmla="*/ 0 60000 65536"/>
                <a:gd name="T8" fmla="*/ 0 60000 65536"/>
              </a:gdLst>
              <a:ahLst/>
              <a:cxnLst>
                <a:cxn ang="T6">
                  <a:pos x="T0" y="T1"/>
                </a:cxn>
                <a:cxn ang="T7">
                  <a:pos x="T2" y="T3"/>
                </a:cxn>
                <a:cxn ang="T8">
                  <a:pos x="T4" y="T5"/>
                </a:cxn>
              </a:cxnLst>
              <a:rect l="0" t="0" r="r" b="b"/>
              <a:pathLst>
                <a:path w="528" h="48">
                  <a:moveTo>
                    <a:pt x="0" y="48"/>
                  </a:moveTo>
                  <a:lnTo>
                    <a:pt x="96" y="0"/>
                  </a:lnTo>
                  <a:lnTo>
                    <a:pt x="528" y="0"/>
                  </a:lnTo>
                </a:path>
              </a:pathLst>
            </a:custGeom>
            <a:noFill/>
            <a:ln w="19050">
              <a:solidFill>
                <a:schemeClr val="tx1"/>
              </a:solidFill>
              <a:round/>
              <a:headEnd type="oval"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 name="Line 13">
              <a:extLst>
                <a:ext uri="{FF2B5EF4-FFF2-40B4-BE49-F238E27FC236}">
                  <a16:creationId xmlns:a16="http://schemas.microsoft.com/office/drawing/2014/main" id="{3ECF1CB6-13C8-40C4-83C3-03B10C7DE235}"/>
                </a:ext>
              </a:extLst>
            </p:cNvPr>
            <p:cNvSpPr>
              <a:spLocks noChangeShapeType="1"/>
            </p:cNvSpPr>
            <p:nvPr/>
          </p:nvSpPr>
          <p:spPr bwMode="auto">
            <a:xfrm flipH="1">
              <a:off x="3936" y="2934"/>
              <a:ext cx="528" cy="0"/>
            </a:xfrm>
            <a:prstGeom prst="line">
              <a:avLst/>
            </a:prstGeom>
            <a:noFill/>
            <a:ln w="19050">
              <a:solidFill>
                <a:schemeClr val="tx1"/>
              </a:solidFill>
              <a:round/>
              <a:headEnd type="oval" w="med"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 name="Line 14">
              <a:extLst>
                <a:ext uri="{FF2B5EF4-FFF2-40B4-BE49-F238E27FC236}">
                  <a16:creationId xmlns:a16="http://schemas.microsoft.com/office/drawing/2014/main" id="{1C9BFD9B-C524-4418-A4B2-3EF330883F98}"/>
                </a:ext>
              </a:extLst>
            </p:cNvPr>
            <p:cNvSpPr>
              <a:spLocks noChangeShapeType="1"/>
            </p:cNvSpPr>
            <p:nvPr/>
          </p:nvSpPr>
          <p:spPr bwMode="auto">
            <a:xfrm flipH="1">
              <a:off x="1920" y="2934"/>
              <a:ext cx="528" cy="0"/>
            </a:xfrm>
            <a:prstGeom prst="line">
              <a:avLst/>
            </a:prstGeom>
            <a:noFill/>
            <a:ln w="19050">
              <a:solidFill>
                <a:schemeClr val="tx1"/>
              </a:solidFill>
              <a:round/>
              <a:headEnd type="oval" w="med"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 name="Line 15">
              <a:extLst>
                <a:ext uri="{FF2B5EF4-FFF2-40B4-BE49-F238E27FC236}">
                  <a16:creationId xmlns:a16="http://schemas.microsoft.com/office/drawing/2014/main" id="{2B024448-0A00-447F-851F-9D452934B62F}"/>
                </a:ext>
              </a:extLst>
            </p:cNvPr>
            <p:cNvSpPr>
              <a:spLocks noChangeShapeType="1"/>
            </p:cNvSpPr>
            <p:nvPr/>
          </p:nvSpPr>
          <p:spPr bwMode="auto">
            <a:xfrm>
              <a:off x="1440" y="2934"/>
              <a:ext cx="0" cy="0"/>
            </a:xfrm>
            <a:prstGeom prst="line">
              <a:avLst/>
            </a:prstGeom>
            <a:noFill/>
            <a:ln w="19050">
              <a:solidFill>
                <a:schemeClr val="tx1"/>
              </a:solidFill>
              <a:round/>
              <a:headEnd type="oval" w="med" len="me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Freeform 16">
              <a:extLst>
                <a:ext uri="{FF2B5EF4-FFF2-40B4-BE49-F238E27FC236}">
                  <a16:creationId xmlns:a16="http://schemas.microsoft.com/office/drawing/2014/main" id="{0FC88E0F-7723-4003-9E11-C2F8F9B2F972}"/>
                </a:ext>
              </a:extLst>
            </p:cNvPr>
            <p:cNvSpPr>
              <a:spLocks/>
            </p:cNvSpPr>
            <p:nvPr/>
          </p:nvSpPr>
          <p:spPr bwMode="auto">
            <a:xfrm>
              <a:off x="808" y="2934"/>
              <a:ext cx="4328" cy="146"/>
            </a:xfrm>
            <a:custGeom>
              <a:avLst/>
              <a:gdLst>
                <a:gd name="T0" fmla="*/ 0 w 4328"/>
                <a:gd name="T1" fmla="*/ 146 h 146"/>
                <a:gd name="T2" fmla="*/ 4328 w 4328"/>
                <a:gd name="T3" fmla="*/ 144 h 146"/>
                <a:gd name="T4" fmla="*/ 4328 w 4328"/>
                <a:gd name="T5" fmla="*/ 0 h 146"/>
                <a:gd name="T6" fmla="*/ 4136 w 4328"/>
                <a:gd name="T7" fmla="*/ 0 h 14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328" h="146">
                  <a:moveTo>
                    <a:pt x="0" y="146"/>
                  </a:moveTo>
                  <a:lnTo>
                    <a:pt x="4328" y="144"/>
                  </a:lnTo>
                  <a:lnTo>
                    <a:pt x="4328" y="0"/>
                  </a:lnTo>
                  <a:lnTo>
                    <a:pt x="4136" y="0"/>
                  </a:lnTo>
                </a:path>
              </a:pathLst>
            </a:custGeom>
            <a:noFill/>
            <a:ln w="19050">
              <a:solidFill>
                <a:schemeClr val="tx1"/>
              </a:solidFill>
              <a:round/>
              <a:headEnd type="oval"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 name="Text Box 17">
              <a:extLst>
                <a:ext uri="{FF2B5EF4-FFF2-40B4-BE49-F238E27FC236}">
                  <a16:creationId xmlns:a16="http://schemas.microsoft.com/office/drawing/2014/main" id="{8A38A0A1-689C-4555-82B5-802BC00BC5FA}"/>
                </a:ext>
              </a:extLst>
            </p:cNvPr>
            <p:cNvSpPr txBox="1">
              <a:spLocks noChangeArrowheads="1"/>
            </p:cNvSpPr>
            <p:nvPr/>
          </p:nvSpPr>
          <p:spPr bwMode="auto">
            <a:xfrm>
              <a:off x="3360" y="2784"/>
              <a:ext cx="576" cy="198"/>
            </a:xfrm>
            <a:prstGeom prst="rect">
              <a:avLst/>
            </a:prstGeom>
            <a:solidFill>
              <a:schemeClr val="accent1">
                <a:lumMod val="20000"/>
                <a:lumOff val="8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defRPr sz="2400">
                  <a:solidFill>
                    <a:schemeClr val="bg1"/>
                  </a:solidFill>
                  <a:latin typeface="Futura Md BT" pitchFamily="34" charset="0"/>
                </a:defRPr>
              </a:lvl1pPr>
              <a:lvl2pPr marL="742950" indent="-285750">
                <a:defRPr sz="2400">
                  <a:solidFill>
                    <a:schemeClr val="bg1"/>
                  </a:solidFill>
                  <a:latin typeface="Futura Md BT" pitchFamily="34" charset="0"/>
                </a:defRPr>
              </a:lvl2pPr>
              <a:lvl3pPr marL="1143000" indent="-228600">
                <a:defRPr sz="2400">
                  <a:solidFill>
                    <a:schemeClr val="bg1"/>
                  </a:solidFill>
                  <a:latin typeface="Futura Md BT" pitchFamily="34" charset="0"/>
                </a:defRPr>
              </a:lvl3pPr>
              <a:lvl4pPr marL="1600200" indent="-228600">
                <a:defRPr sz="2400">
                  <a:solidFill>
                    <a:schemeClr val="bg1"/>
                  </a:solidFill>
                  <a:latin typeface="Futura Md BT" pitchFamily="34" charset="0"/>
                </a:defRPr>
              </a:lvl4pPr>
              <a:lvl5pPr marL="2057400" indent="-228600">
                <a:defRPr sz="2400">
                  <a:solidFill>
                    <a:schemeClr val="bg1"/>
                  </a:solidFill>
                  <a:latin typeface="Futura Md BT" pitchFamily="34" charset="0"/>
                </a:defRPr>
              </a:lvl5pPr>
              <a:lvl6pPr marL="2514600" indent="-228600" algn="ctr" eaLnBrk="0" fontAlgn="base" hangingPunct="0">
                <a:spcBef>
                  <a:spcPct val="0"/>
                </a:spcBef>
                <a:spcAft>
                  <a:spcPct val="0"/>
                </a:spcAft>
                <a:defRPr sz="2400">
                  <a:solidFill>
                    <a:schemeClr val="bg1"/>
                  </a:solidFill>
                  <a:latin typeface="Futura Md BT" pitchFamily="34" charset="0"/>
                </a:defRPr>
              </a:lvl6pPr>
              <a:lvl7pPr marL="2971800" indent="-228600" algn="ctr" eaLnBrk="0" fontAlgn="base" hangingPunct="0">
                <a:spcBef>
                  <a:spcPct val="0"/>
                </a:spcBef>
                <a:spcAft>
                  <a:spcPct val="0"/>
                </a:spcAft>
                <a:defRPr sz="2400">
                  <a:solidFill>
                    <a:schemeClr val="bg1"/>
                  </a:solidFill>
                  <a:latin typeface="Futura Md BT" pitchFamily="34" charset="0"/>
                </a:defRPr>
              </a:lvl7pPr>
              <a:lvl8pPr marL="3429000" indent="-228600" algn="ctr" eaLnBrk="0" fontAlgn="base" hangingPunct="0">
                <a:spcBef>
                  <a:spcPct val="0"/>
                </a:spcBef>
                <a:spcAft>
                  <a:spcPct val="0"/>
                </a:spcAft>
                <a:defRPr sz="2400">
                  <a:solidFill>
                    <a:schemeClr val="bg1"/>
                  </a:solidFill>
                  <a:latin typeface="Futura Md BT" pitchFamily="34" charset="0"/>
                </a:defRPr>
              </a:lvl8pPr>
              <a:lvl9pPr marL="3886200" indent="-228600" algn="ctr" eaLnBrk="0" fontAlgn="base" hangingPunct="0">
                <a:spcBef>
                  <a:spcPct val="0"/>
                </a:spcBef>
                <a:spcAft>
                  <a:spcPct val="0"/>
                </a:spcAft>
                <a:defRPr sz="2400">
                  <a:solidFill>
                    <a:schemeClr val="bg1"/>
                  </a:solidFill>
                  <a:latin typeface="Futura Md BT" pitchFamily="34" charset="0"/>
                </a:defRPr>
              </a:lvl9pPr>
            </a:lstStyle>
            <a:p>
              <a:pPr algn="ctr">
                <a:spcBef>
                  <a:spcPct val="50000"/>
                </a:spcBef>
              </a:pPr>
              <a:r>
                <a:rPr lang="en-GB" altLang="en-US" sz="2000">
                  <a:solidFill>
                    <a:schemeClr val="tx1"/>
                  </a:solidFill>
                  <a:latin typeface="Times New Roman" panose="02020603050405020304" pitchFamily="18" charset="0"/>
                </a:rPr>
                <a:t>cat</a:t>
              </a:r>
            </a:p>
          </p:txBody>
        </p:sp>
        <p:sp>
          <p:nvSpPr>
            <p:cNvPr id="18" name="Line 18">
              <a:extLst>
                <a:ext uri="{FF2B5EF4-FFF2-40B4-BE49-F238E27FC236}">
                  <a16:creationId xmlns:a16="http://schemas.microsoft.com/office/drawing/2014/main" id="{9760C98B-D20D-441E-BB29-A123F199E96A}"/>
                </a:ext>
              </a:extLst>
            </p:cNvPr>
            <p:cNvSpPr>
              <a:spLocks noChangeShapeType="1"/>
            </p:cNvSpPr>
            <p:nvPr/>
          </p:nvSpPr>
          <p:spPr bwMode="auto">
            <a:xfrm>
              <a:off x="2832" y="2838"/>
              <a:ext cx="528" cy="0"/>
            </a:xfrm>
            <a:prstGeom prst="line">
              <a:avLst/>
            </a:prstGeom>
            <a:noFill/>
            <a:ln w="19050">
              <a:solidFill>
                <a:schemeClr val="tx1"/>
              </a:solidFill>
              <a:round/>
              <a:headEnd type="oval" w="med"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 name="Line 19">
              <a:extLst>
                <a:ext uri="{FF2B5EF4-FFF2-40B4-BE49-F238E27FC236}">
                  <a16:creationId xmlns:a16="http://schemas.microsoft.com/office/drawing/2014/main" id="{7F8F2E31-3C73-4E2D-975A-AD6238253F30}"/>
                </a:ext>
              </a:extLst>
            </p:cNvPr>
            <p:cNvSpPr>
              <a:spLocks noChangeShapeType="1"/>
            </p:cNvSpPr>
            <p:nvPr/>
          </p:nvSpPr>
          <p:spPr bwMode="auto">
            <a:xfrm flipH="1">
              <a:off x="2928" y="2934"/>
              <a:ext cx="528" cy="0"/>
            </a:xfrm>
            <a:prstGeom prst="line">
              <a:avLst/>
            </a:prstGeom>
            <a:noFill/>
            <a:ln w="19050">
              <a:solidFill>
                <a:schemeClr val="tx1"/>
              </a:solidFill>
              <a:round/>
              <a:headEnd type="oval" w="med"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Line 20">
              <a:extLst>
                <a:ext uri="{FF2B5EF4-FFF2-40B4-BE49-F238E27FC236}">
                  <a16:creationId xmlns:a16="http://schemas.microsoft.com/office/drawing/2014/main" id="{05E7414C-053C-42E1-B598-2F36263DDFC3}"/>
                </a:ext>
              </a:extLst>
            </p:cNvPr>
            <p:cNvSpPr>
              <a:spLocks noChangeShapeType="1"/>
            </p:cNvSpPr>
            <p:nvPr/>
          </p:nvSpPr>
          <p:spPr bwMode="auto">
            <a:xfrm>
              <a:off x="3840" y="2838"/>
              <a:ext cx="528" cy="0"/>
            </a:xfrm>
            <a:prstGeom prst="line">
              <a:avLst/>
            </a:prstGeom>
            <a:noFill/>
            <a:ln w="19050">
              <a:solidFill>
                <a:schemeClr val="tx1"/>
              </a:solidFill>
              <a:round/>
              <a:headEnd type="oval" w="med"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21" name="Group 21">
            <a:extLst>
              <a:ext uri="{FF2B5EF4-FFF2-40B4-BE49-F238E27FC236}">
                <a16:creationId xmlns:a16="http://schemas.microsoft.com/office/drawing/2014/main" id="{ADF80DB2-44C7-4A35-953F-2A21D6CC5F13}"/>
              </a:ext>
            </a:extLst>
          </p:cNvPr>
          <p:cNvGrpSpPr>
            <a:grpSpLocks/>
          </p:cNvGrpSpPr>
          <p:nvPr/>
        </p:nvGrpSpPr>
        <p:grpSpPr bwMode="auto">
          <a:xfrm>
            <a:off x="2667000" y="5273675"/>
            <a:ext cx="2209800" cy="619125"/>
            <a:chOff x="720" y="3354"/>
            <a:chExt cx="1392" cy="390"/>
          </a:xfrm>
        </p:grpSpPr>
        <p:sp>
          <p:nvSpPr>
            <p:cNvPr id="22" name="Rectangle 22">
              <a:extLst>
                <a:ext uri="{FF2B5EF4-FFF2-40B4-BE49-F238E27FC236}">
                  <a16:creationId xmlns:a16="http://schemas.microsoft.com/office/drawing/2014/main" id="{6135498D-A8DB-4094-AD79-62074DB3002D}"/>
                </a:ext>
              </a:extLst>
            </p:cNvPr>
            <p:cNvSpPr>
              <a:spLocks noChangeArrowheads="1"/>
            </p:cNvSpPr>
            <p:nvPr/>
          </p:nvSpPr>
          <p:spPr bwMode="auto">
            <a:xfrm>
              <a:off x="720" y="3360"/>
              <a:ext cx="192" cy="192"/>
            </a:xfrm>
            <a:prstGeom prst="rect">
              <a:avLst/>
            </a:prstGeom>
            <a:solidFill>
              <a:schemeClr val="accent1">
                <a:lumMod val="20000"/>
                <a:lumOff val="8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1"/>
                  </a:solidFill>
                  <a:latin typeface="Futura Md BT" pitchFamily="34" charset="0"/>
                </a:defRPr>
              </a:lvl1pPr>
              <a:lvl2pPr marL="742950" indent="-285750">
                <a:defRPr sz="2400">
                  <a:solidFill>
                    <a:schemeClr val="bg1"/>
                  </a:solidFill>
                  <a:latin typeface="Futura Md BT" pitchFamily="34" charset="0"/>
                </a:defRPr>
              </a:lvl2pPr>
              <a:lvl3pPr marL="1143000" indent="-228600">
                <a:defRPr sz="2400">
                  <a:solidFill>
                    <a:schemeClr val="bg1"/>
                  </a:solidFill>
                  <a:latin typeface="Futura Md BT" pitchFamily="34" charset="0"/>
                </a:defRPr>
              </a:lvl3pPr>
              <a:lvl4pPr marL="1600200" indent="-228600">
                <a:defRPr sz="2400">
                  <a:solidFill>
                    <a:schemeClr val="bg1"/>
                  </a:solidFill>
                  <a:latin typeface="Futura Md BT" pitchFamily="34" charset="0"/>
                </a:defRPr>
              </a:lvl4pPr>
              <a:lvl5pPr marL="2057400" indent="-228600">
                <a:defRPr sz="2400">
                  <a:solidFill>
                    <a:schemeClr val="bg1"/>
                  </a:solidFill>
                  <a:latin typeface="Futura Md BT" pitchFamily="34" charset="0"/>
                </a:defRPr>
              </a:lvl5pPr>
              <a:lvl6pPr marL="2514600" indent="-228600" algn="ctr" eaLnBrk="0" fontAlgn="base" hangingPunct="0">
                <a:spcBef>
                  <a:spcPct val="0"/>
                </a:spcBef>
                <a:spcAft>
                  <a:spcPct val="0"/>
                </a:spcAft>
                <a:defRPr sz="2400">
                  <a:solidFill>
                    <a:schemeClr val="bg1"/>
                  </a:solidFill>
                  <a:latin typeface="Futura Md BT" pitchFamily="34" charset="0"/>
                </a:defRPr>
              </a:lvl6pPr>
              <a:lvl7pPr marL="2971800" indent="-228600" algn="ctr" eaLnBrk="0" fontAlgn="base" hangingPunct="0">
                <a:spcBef>
                  <a:spcPct val="0"/>
                </a:spcBef>
                <a:spcAft>
                  <a:spcPct val="0"/>
                </a:spcAft>
                <a:defRPr sz="2400">
                  <a:solidFill>
                    <a:schemeClr val="bg1"/>
                  </a:solidFill>
                  <a:latin typeface="Futura Md BT" pitchFamily="34" charset="0"/>
                </a:defRPr>
              </a:lvl7pPr>
              <a:lvl8pPr marL="3429000" indent="-228600" algn="ctr" eaLnBrk="0" fontAlgn="base" hangingPunct="0">
                <a:spcBef>
                  <a:spcPct val="0"/>
                </a:spcBef>
                <a:spcAft>
                  <a:spcPct val="0"/>
                </a:spcAft>
                <a:defRPr sz="2400">
                  <a:solidFill>
                    <a:schemeClr val="bg1"/>
                  </a:solidFill>
                  <a:latin typeface="Futura Md BT" pitchFamily="34" charset="0"/>
                </a:defRPr>
              </a:lvl8pPr>
              <a:lvl9pPr marL="3886200" indent="-228600" algn="ctr" eaLnBrk="0" fontAlgn="base" hangingPunct="0">
                <a:spcBef>
                  <a:spcPct val="0"/>
                </a:spcBef>
                <a:spcAft>
                  <a:spcPct val="0"/>
                </a:spcAft>
                <a:defRPr sz="2400">
                  <a:solidFill>
                    <a:schemeClr val="bg1"/>
                  </a:solidFill>
                  <a:latin typeface="Futura Md BT" pitchFamily="34" charset="0"/>
                </a:defRPr>
              </a:lvl9pPr>
            </a:lstStyle>
            <a:p>
              <a:pPr algn="ctr"/>
              <a:endParaRPr lang="en-CA" altLang="en-US"/>
            </a:p>
          </p:txBody>
        </p:sp>
        <p:sp>
          <p:nvSpPr>
            <p:cNvPr id="23" name="Rectangle 23">
              <a:extLst>
                <a:ext uri="{FF2B5EF4-FFF2-40B4-BE49-F238E27FC236}">
                  <a16:creationId xmlns:a16="http://schemas.microsoft.com/office/drawing/2014/main" id="{8198FAE5-60BF-4E31-81ED-6D7768A24DA6}"/>
                </a:ext>
              </a:extLst>
            </p:cNvPr>
            <p:cNvSpPr>
              <a:spLocks noChangeArrowheads="1"/>
            </p:cNvSpPr>
            <p:nvPr/>
          </p:nvSpPr>
          <p:spPr bwMode="auto">
            <a:xfrm>
              <a:off x="720" y="3552"/>
              <a:ext cx="192" cy="192"/>
            </a:xfrm>
            <a:prstGeom prst="rect">
              <a:avLst/>
            </a:prstGeom>
            <a:solidFill>
              <a:schemeClr val="accent1">
                <a:lumMod val="20000"/>
                <a:lumOff val="8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1"/>
                  </a:solidFill>
                  <a:latin typeface="Futura Md BT" pitchFamily="34" charset="0"/>
                </a:defRPr>
              </a:lvl1pPr>
              <a:lvl2pPr marL="742950" indent="-285750">
                <a:defRPr sz="2400">
                  <a:solidFill>
                    <a:schemeClr val="bg1"/>
                  </a:solidFill>
                  <a:latin typeface="Futura Md BT" pitchFamily="34" charset="0"/>
                </a:defRPr>
              </a:lvl2pPr>
              <a:lvl3pPr marL="1143000" indent="-228600">
                <a:defRPr sz="2400">
                  <a:solidFill>
                    <a:schemeClr val="bg1"/>
                  </a:solidFill>
                  <a:latin typeface="Futura Md BT" pitchFamily="34" charset="0"/>
                </a:defRPr>
              </a:lvl3pPr>
              <a:lvl4pPr marL="1600200" indent="-228600">
                <a:defRPr sz="2400">
                  <a:solidFill>
                    <a:schemeClr val="bg1"/>
                  </a:solidFill>
                  <a:latin typeface="Futura Md BT" pitchFamily="34" charset="0"/>
                </a:defRPr>
              </a:lvl4pPr>
              <a:lvl5pPr marL="2057400" indent="-228600">
                <a:defRPr sz="2400">
                  <a:solidFill>
                    <a:schemeClr val="bg1"/>
                  </a:solidFill>
                  <a:latin typeface="Futura Md BT" pitchFamily="34" charset="0"/>
                </a:defRPr>
              </a:lvl5pPr>
              <a:lvl6pPr marL="2514600" indent="-228600" algn="ctr" eaLnBrk="0" fontAlgn="base" hangingPunct="0">
                <a:spcBef>
                  <a:spcPct val="0"/>
                </a:spcBef>
                <a:spcAft>
                  <a:spcPct val="0"/>
                </a:spcAft>
                <a:defRPr sz="2400">
                  <a:solidFill>
                    <a:schemeClr val="bg1"/>
                  </a:solidFill>
                  <a:latin typeface="Futura Md BT" pitchFamily="34" charset="0"/>
                </a:defRPr>
              </a:lvl6pPr>
              <a:lvl7pPr marL="2971800" indent="-228600" algn="ctr" eaLnBrk="0" fontAlgn="base" hangingPunct="0">
                <a:spcBef>
                  <a:spcPct val="0"/>
                </a:spcBef>
                <a:spcAft>
                  <a:spcPct val="0"/>
                </a:spcAft>
                <a:defRPr sz="2400">
                  <a:solidFill>
                    <a:schemeClr val="bg1"/>
                  </a:solidFill>
                  <a:latin typeface="Futura Md BT" pitchFamily="34" charset="0"/>
                </a:defRPr>
              </a:lvl7pPr>
              <a:lvl8pPr marL="3429000" indent="-228600" algn="ctr" eaLnBrk="0" fontAlgn="base" hangingPunct="0">
                <a:spcBef>
                  <a:spcPct val="0"/>
                </a:spcBef>
                <a:spcAft>
                  <a:spcPct val="0"/>
                </a:spcAft>
                <a:defRPr sz="2400">
                  <a:solidFill>
                    <a:schemeClr val="bg1"/>
                  </a:solidFill>
                  <a:latin typeface="Futura Md BT" pitchFamily="34" charset="0"/>
                </a:defRPr>
              </a:lvl8pPr>
              <a:lvl9pPr marL="3886200" indent="-228600" algn="ctr" eaLnBrk="0" fontAlgn="base" hangingPunct="0">
                <a:spcBef>
                  <a:spcPct val="0"/>
                </a:spcBef>
                <a:spcAft>
                  <a:spcPct val="0"/>
                </a:spcAft>
                <a:defRPr sz="2400">
                  <a:solidFill>
                    <a:schemeClr val="bg1"/>
                  </a:solidFill>
                  <a:latin typeface="Futura Md BT" pitchFamily="34" charset="0"/>
                </a:defRPr>
              </a:lvl9pPr>
            </a:lstStyle>
            <a:p>
              <a:pPr algn="ctr"/>
              <a:endParaRPr lang="en-CA" altLang="en-US"/>
            </a:p>
          </p:txBody>
        </p:sp>
        <p:sp>
          <p:nvSpPr>
            <p:cNvPr id="24" name="Text Box 24">
              <a:extLst>
                <a:ext uri="{FF2B5EF4-FFF2-40B4-BE49-F238E27FC236}">
                  <a16:creationId xmlns:a16="http://schemas.microsoft.com/office/drawing/2014/main" id="{FD9D01CB-CDC7-4ADE-80F2-E073E2590D47}"/>
                </a:ext>
              </a:extLst>
            </p:cNvPr>
            <p:cNvSpPr txBox="1">
              <a:spLocks noChangeArrowheads="1"/>
            </p:cNvSpPr>
            <p:nvPr/>
          </p:nvSpPr>
          <p:spPr bwMode="auto">
            <a:xfrm>
              <a:off x="1344" y="3354"/>
              <a:ext cx="576" cy="198"/>
            </a:xfrm>
            <a:prstGeom prst="rect">
              <a:avLst/>
            </a:prstGeom>
            <a:solidFill>
              <a:schemeClr val="accent1">
                <a:lumMod val="20000"/>
                <a:lumOff val="8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defRPr sz="2400">
                  <a:solidFill>
                    <a:schemeClr val="bg1"/>
                  </a:solidFill>
                  <a:latin typeface="Futura Md BT" pitchFamily="34" charset="0"/>
                </a:defRPr>
              </a:lvl1pPr>
              <a:lvl2pPr marL="742950" indent="-285750">
                <a:defRPr sz="2400">
                  <a:solidFill>
                    <a:schemeClr val="bg1"/>
                  </a:solidFill>
                  <a:latin typeface="Futura Md BT" pitchFamily="34" charset="0"/>
                </a:defRPr>
              </a:lvl2pPr>
              <a:lvl3pPr marL="1143000" indent="-228600">
                <a:defRPr sz="2400">
                  <a:solidFill>
                    <a:schemeClr val="bg1"/>
                  </a:solidFill>
                  <a:latin typeface="Futura Md BT" pitchFamily="34" charset="0"/>
                </a:defRPr>
              </a:lvl3pPr>
              <a:lvl4pPr marL="1600200" indent="-228600">
                <a:defRPr sz="2400">
                  <a:solidFill>
                    <a:schemeClr val="bg1"/>
                  </a:solidFill>
                  <a:latin typeface="Futura Md BT" pitchFamily="34" charset="0"/>
                </a:defRPr>
              </a:lvl4pPr>
              <a:lvl5pPr marL="2057400" indent="-228600">
                <a:defRPr sz="2400">
                  <a:solidFill>
                    <a:schemeClr val="bg1"/>
                  </a:solidFill>
                  <a:latin typeface="Futura Md BT" pitchFamily="34" charset="0"/>
                </a:defRPr>
              </a:lvl5pPr>
              <a:lvl6pPr marL="2514600" indent="-228600" algn="ctr" eaLnBrk="0" fontAlgn="base" hangingPunct="0">
                <a:spcBef>
                  <a:spcPct val="0"/>
                </a:spcBef>
                <a:spcAft>
                  <a:spcPct val="0"/>
                </a:spcAft>
                <a:defRPr sz="2400">
                  <a:solidFill>
                    <a:schemeClr val="bg1"/>
                  </a:solidFill>
                  <a:latin typeface="Futura Md BT" pitchFamily="34" charset="0"/>
                </a:defRPr>
              </a:lvl6pPr>
              <a:lvl7pPr marL="2971800" indent="-228600" algn="ctr" eaLnBrk="0" fontAlgn="base" hangingPunct="0">
                <a:spcBef>
                  <a:spcPct val="0"/>
                </a:spcBef>
                <a:spcAft>
                  <a:spcPct val="0"/>
                </a:spcAft>
                <a:defRPr sz="2400">
                  <a:solidFill>
                    <a:schemeClr val="bg1"/>
                  </a:solidFill>
                  <a:latin typeface="Futura Md BT" pitchFamily="34" charset="0"/>
                </a:defRPr>
              </a:lvl7pPr>
              <a:lvl8pPr marL="3429000" indent="-228600" algn="ctr" eaLnBrk="0" fontAlgn="base" hangingPunct="0">
                <a:spcBef>
                  <a:spcPct val="0"/>
                </a:spcBef>
                <a:spcAft>
                  <a:spcPct val="0"/>
                </a:spcAft>
                <a:defRPr sz="2400">
                  <a:solidFill>
                    <a:schemeClr val="bg1"/>
                  </a:solidFill>
                  <a:latin typeface="Futura Md BT" pitchFamily="34" charset="0"/>
                </a:defRPr>
              </a:lvl8pPr>
              <a:lvl9pPr marL="3886200" indent="-228600" algn="ctr" eaLnBrk="0" fontAlgn="base" hangingPunct="0">
                <a:spcBef>
                  <a:spcPct val="0"/>
                </a:spcBef>
                <a:spcAft>
                  <a:spcPct val="0"/>
                </a:spcAft>
                <a:defRPr sz="2400">
                  <a:solidFill>
                    <a:schemeClr val="bg1"/>
                  </a:solidFill>
                  <a:latin typeface="Futura Md BT" pitchFamily="34" charset="0"/>
                </a:defRPr>
              </a:lvl9pPr>
            </a:lstStyle>
            <a:p>
              <a:pPr algn="ctr">
                <a:spcBef>
                  <a:spcPct val="50000"/>
                </a:spcBef>
              </a:pPr>
              <a:r>
                <a:rPr lang="en-GB" altLang="en-US" sz="2000">
                  <a:solidFill>
                    <a:schemeClr val="tx1"/>
                  </a:solidFill>
                  <a:latin typeface="Times New Roman" panose="02020603050405020304" pitchFamily="18" charset="0"/>
                </a:rPr>
                <a:t>dog</a:t>
              </a:r>
            </a:p>
          </p:txBody>
        </p:sp>
        <p:sp>
          <p:nvSpPr>
            <p:cNvPr id="25" name="Freeform 25">
              <a:extLst>
                <a:ext uri="{FF2B5EF4-FFF2-40B4-BE49-F238E27FC236}">
                  <a16:creationId xmlns:a16="http://schemas.microsoft.com/office/drawing/2014/main" id="{3AED2804-3F26-49F5-84A2-A4B5405BAA93}"/>
                </a:ext>
              </a:extLst>
            </p:cNvPr>
            <p:cNvSpPr>
              <a:spLocks/>
            </p:cNvSpPr>
            <p:nvPr/>
          </p:nvSpPr>
          <p:spPr bwMode="auto">
            <a:xfrm>
              <a:off x="816" y="3408"/>
              <a:ext cx="528" cy="48"/>
            </a:xfrm>
            <a:custGeom>
              <a:avLst/>
              <a:gdLst>
                <a:gd name="T0" fmla="*/ 0 w 528"/>
                <a:gd name="T1" fmla="*/ 48 h 48"/>
                <a:gd name="T2" fmla="*/ 96 w 528"/>
                <a:gd name="T3" fmla="*/ 0 h 48"/>
                <a:gd name="T4" fmla="*/ 528 w 528"/>
                <a:gd name="T5" fmla="*/ 0 h 48"/>
                <a:gd name="T6" fmla="*/ 0 60000 65536"/>
                <a:gd name="T7" fmla="*/ 0 60000 65536"/>
                <a:gd name="T8" fmla="*/ 0 60000 65536"/>
              </a:gdLst>
              <a:ahLst/>
              <a:cxnLst>
                <a:cxn ang="T6">
                  <a:pos x="T0" y="T1"/>
                </a:cxn>
                <a:cxn ang="T7">
                  <a:pos x="T2" y="T3"/>
                </a:cxn>
                <a:cxn ang="T8">
                  <a:pos x="T4" y="T5"/>
                </a:cxn>
              </a:cxnLst>
              <a:rect l="0" t="0" r="r" b="b"/>
              <a:pathLst>
                <a:path w="528" h="48">
                  <a:moveTo>
                    <a:pt x="0" y="48"/>
                  </a:moveTo>
                  <a:lnTo>
                    <a:pt x="96" y="0"/>
                  </a:lnTo>
                  <a:lnTo>
                    <a:pt x="528" y="0"/>
                  </a:lnTo>
                </a:path>
              </a:pathLst>
            </a:custGeom>
            <a:noFill/>
            <a:ln w="19050">
              <a:solidFill>
                <a:schemeClr val="tx1"/>
              </a:solidFill>
              <a:round/>
              <a:headEnd type="oval"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a:p>
          </p:txBody>
        </p:sp>
        <p:sp>
          <p:nvSpPr>
            <p:cNvPr id="26" name="Line 26">
              <a:extLst>
                <a:ext uri="{FF2B5EF4-FFF2-40B4-BE49-F238E27FC236}">
                  <a16:creationId xmlns:a16="http://schemas.microsoft.com/office/drawing/2014/main" id="{4581D7D5-3B18-4D85-AB22-E5AFEFEA2E14}"/>
                </a:ext>
              </a:extLst>
            </p:cNvPr>
            <p:cNvSpPr>
              <a:spLocks noChangeShapeType="1"/>
            </p:cNvSpPr>
            <p:nvPr/>
          </p:nvSpPr>
          <p:spPr bwMode="auto">
            <a:xfrm>
              <a:off x="1440" y="3504"/>
              <a:ext cx="0" cy="0"/>
            </a:xfrm>
            <a:prstGeom prst="line">
              <a:avLst/>
            </a:prstGeom>
            <a:noFill/>
            <a:ln w="19050">
              <a:solidFill>
                <a:schemeClr val="tx1"/>
              </a:solidFill>
              <a:round/>
              <a:headEnd type="oval" w="med" len="me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a:p>
          </p:txBody>
        </p:sp>
        <p:sp>
          <p:nvSpPr>
            <p:cNvPr id="27" name="Line 27">
              <a:extLst>
                <a:ext uri="{FF2B5EF4-FFF2-40B4-BE49-F238E27FC236}">
                  <a16:creationId xmlns:a16="http://schemas.microsoft.com/office/drawing/2014/main" id="{05053EBD-5ADA-4642-93C4-1292651BD47B}"/>
                </a:ext>
              </a:extLst>
            </p:cNvPr>
            <p:cNvSpPr>
              <a:spLocks noChangeShapeType="1"/>
            </p:cNvSpPr>
            <p:nvPr/>
          </p:nvSpPr>
          <p:spPr bwMode="auto">
            <a:xfrm>
              <a:off x="1800" y="3408"/>
              <a:ext cx="0" cy="0"/>
            </a:xfrm>
            <a:prstGeom prst="line">
              <a:avLst/>
            </a:prstGeom>
            <a:noFill/>
            <a:ln w="19050">
              <a:solidFill>
                <a:schemeClr val="tx1"/>
              </a:solidFill>
              <a:round/>
              <a:headEnd type="oval" w="med" len="me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a:p>
          </p:txBody>
        </p:sp>
        <p:sp>
          <p:nvSpPr>
            <p:cNvPr id="28" name="Freeform 28">
              <a:extLst>
                <a:ext uri="{FF2B5EF4-FFF2-40B4-BE49-F238E27FC236}">
                  <a16:creationId xmlns:a16="http://schemas.microsoft.com/office/drawing/2014/main" id="{E7879BB2-7790-4B4C-BAD7-EE2D8A83D811}"/>
                </a:ext>
              </a:extLst>
            </p:cNvPr>
            <p:cNvSpPr>
              <a:spLocks/>
            </p:cNvSpPr>
            <p:nvPr/>
          </p:nvSpPr>
          <p:spPr bwMode="auto">
            <a:xfrm>
              <a:off x="816" y="3504"/>
              <a:ext cx="1296" cy="144"/>
            </a:xfrm>
            <a:custGeom>
              <a:avLst/>
              <a:gdLst>
                <a:gd name="T0" fmla="*/ 0 w 1296"/>
                <a:gd name="T1" fmla="*/ 144 h 144"/>
                <a:gd name="T2" fmla="*/ 1296 w 1296"/>
                <a:gd name="T3" fmla="*/ 144 h 144"/>
                <a:gd name="T4" fmla="*/ 1296 w 1296"/>
                <a:gd name="T5" fmla="*/ 0 h 144"/>
                <a:gd name="T6" fmla="*/ 1104 w 1296"/>
                <a:gd name="T7" fmla="*/ 0 h 14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96" h="144">
                  <a:moveTo>
                    <a:pt x="0" y="144"/>
                  </a:moveTo>
                  <a:lnTo>
                    <a:pt x="1296" y="144"/>
                  </a:lnTo>
                  <a:lnTo>
                    <a:pt x="1296" y="0"/>
                  </a:lnTo>
                  <a:lnTo>
                    <a:pt x="1104" y="0"/>
                  </a:lnTo>
                </a:path>
              </a:pathLst>
            </a:custGeom>
            <a:noFill/>
            <a:ln w="19050">
              <a:solidFill>
                <a:schemeClr val="tx1"/>
              </a:solidFill>
              <a:round/>
              <a:headEnd type="oval"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a:p>
          </p:txBody>
        </p:sp>
      </p:grpSp>
      <p:grpSp>
        <p:nvGrpSpPr>
          <p:cNvPr id="29" name="Group 29">
            <a:extLst>
              <a:ext uri="{FF2B5EF4-FFF2-40B4-BE49-F238E27FC236}">
                <a16:creationId xmlns:a16="http://schemas.microsoft.com/office/drawing/2014/main" id="{2A0788F8-8AD4-4A90-86E1-E93B024FA93D}"/>
              </a:ext>
            </a:extLst>
          </p:cNvPr>
          <p:cNvGrpSpPr>
            <a:grpSpLocks/>
          </p:cNvGrpSpPr>
          <p:nvPr/>
        </p:nvGrpSpPr>
        <p:grpSpPr bwMode="auto">
          <a:xfrm>
            <a:off x="6705600" y="5267325"/>
            <a:ext cx="304800" cy="609600"/>
            <a:chOff x="3264" y="3360"/>
            <a:chExt cx="192" cy="384"/>
          </a:xfrm>
        </p:grpSpPr>
        <p:sp>
          <p:nvSpPr>
            <p:cNvPr id="30" name="Rectangle 30">
              <a:extLst>
                <a:ext uri="{FF2B5EF4-FFF2-40B4-BE49-F238E27FC236}">
                  <a16:creationId xmlns:a16="http://schemas.microsoft.com/office/drawing/2014/main" id="{F55C57CA-134D-4BBF-B0F9-894C8B12FC02}"/>
                </a:ext>
              </a:extLst>
            </p:cNvPr>
            <p:cNvSpPr>
              <a:spLocks noChangeArrowheads="1"/>
            </p:cNvSpPr>
            <p:nvPr/>
          </p:nvSpPr>
          <p:spPr bwMode="auto">
            <a:xfrm>
              <a:off x="3264" y="3360"/>
              <a:ext cx="192" cy="192"/>
            </a:xfrm>
            <a:prstGeom prst="rect">
              <a:avLst/>
            </a:prstGeom>
            <a:solidFill>
              <a:schemeClr val="accent1">
                <a:lumMod val="20000"/>
                <a:lumOff val="8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1"/>
                  </a:solidFill>
                  <a:latin typeface="Futura Md BT" pitchFamily="34" charset="0"/>
                </a:defRPr>
              </a:lvl1pPr>
              <a:lvl2pPr marL="742950" indent="-285750">
                <a:defRPr sz="2400">
                  <a:solidFill>
                    <a:schemeClr val="bg1"/>
                  </a:solidFill>
                  <a:latin typeface="Futura Md BT" pitchFamily="34" charset="0"/>
                </a:defRPr>
              </a:lvl2pPr>
              <a:lvl3pPr marL="1143000" indent="-228600">
                <a:defRPr sz="2400">
                  <a:solidFill>
                    <a:schemeClr val="bg1"/>
                  </a:solidFill>
                  <a:latin typeface="Futura Md BT" pitchFamily="34" charset="0"/>
                </a:defRPr>
              </a:lvl3pPr>
              <a:lvl4pPr marL="1600200" indent="-228600">
                <a:defRPr sz="2400">
                  <a:solidFill>
                    <a:schemeClr val="bg1"/>
                  </a:solidFill>
                  <a:latin typeface="Futura Md BT" pitchFamily="34" charset="0"/>
                </a:defRPr>
              </a:lvl4pPr>
              <a:lvl5pPr marL="2057400" indent="-228600">
                <a:defRPr sz="2400">
                  <a:solidFill>
                    <a:schemeClr val="bg1"/>
                  </a:solidFill>
                  <a:latin typeface="Futura Md BT" pitchFamily="34" charset="0"/>
                </a:defRPr>
              </a:lvl5pPr>
              <a:lvl6pPr marL="2514600" indent="-228600" algn="ctr" eaLnBrk="0" fontAlgn="base" hangingPunct="0">
                <a:spcBef>
                  <a:spcPct val="0"/>
                </a:spcBef>
                <a:spcAft>
                  <a:spcPct val="0"/>
                </a:spcAft>
                <a:defRPr sz="2400">
                  <a:solidFill>
                    <a:schemeClr val="bg1"/>
                  </a:solidFill>
                  <a:latin typeface="Futura Md BT" pitchFamily="34" charset="0"/>
                </a:defRPr>
              </a:lvl6pPr>
              <a:lvl7pPr marL="2971800" indent="-228600" algn="ctr" eaLnBrk="0" fontAlgn="base" hangingPunct="0">
                <a:spcBef>
                  <a:spcPct val="0"/>
                </a:spcBef>
                <a:spcAft>
                  <a:spcPct val="0"/>
                </a:spcAft>
                <a:defRPr sz="2400">
                  <a:solidFill>
                    <a:schemeClr val="bg1"/>
                  </a:solidFill>
                  <a:latin typeface="Futura Md BT" pitchFamily="34" charset="0"/>
                </a:defRPr>
              </a:lvl7pPr>
              <a:lvl8pPr marL="3429000" indent="-228600" algn="ctr" eaLnBrk="0" fontAlgn="base" hangingPunct="0">
                <a:spcBef>
                  <a:spcPct val="0"/>
                </a:spcBef>
                <a:spcAft>
                  <a:spcPct val="0"/>
                </a:spcAft>
                <a:defRPr sz="2400">
                  <a:solidFill>
                    <a:schemeClr val="bg1"/>
                  </a:solidFill>
                  <a:latin typeface="Futura Md BT" pitchFamily="34" charset="0"/>
                </a:defRPr>
              </a:lvl8pPr>
              <a:lvl9pPr marL="3886200" indent="-228600" algn="ctr" eaLnBrk="0" fontAlgn="base" hangingPunct="0">
                <a:spcBef>
                  <a:spcPct val="0"/>
                </a:spcBef>
                <a:spcAft>
                  <a:spcPct val="0"/>
                </a:spcAft>
                <a:defRPr sz="2400">
                  <a:solidFill>
                    <a:schemeClr val="bg1"/>
                  </a:solidFill>
                  <a:latin typeface="Futura Md BT" pitchFamily="34" charset="0"/>
                </a:defRPr>
              </a:lvl9pPr>
            </a:lstStyle>
            <a:p>
              <a:endParaRPr lang="en-CA" altLang="en-US"/>
            </a:p>
          </p:txBody>
        </p:sp>
        <p:sp>
          <p:nvSpPr>
            <p:cNvPr id="31" name="Rectangle 31">
              <a:extLst>
                <a:ext uri="{FF2B5EF4-FFF2-40B4-BE49-F238E27FC236}">
                  <a16:creationId xmlns:a16="http://schemas.microsoft.com/office/drawing/2014/main" id="{5B8539BB-1508-4832-B4AD-FE31572E18CC}"/>
                </a:ext>
              </a:extLst>
            </p:cNvPr>
            <p:cNvSpPr>
              <a:spLocks noChangeArrowheads="1"/>
            </p:cNvSpPr>
            <p:nvPr/>
          </p:nvSpPr>
          <p:spPr bwMode="auto">
            <a:xfrm>
              <a:off x="3264" y="3552"/>
              <a:ext cx="192" cy="192"/>
            </a:xfrm>
            <a:prstGeom prst="rect">
              <a:avLst/>
            </a:prstGeom>
            <a:solidFill>
              <a:schemeClr val="accent1">
                <a:lumMod val="20000"/>
                <a:lumOff val="8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1"/>
                  </a:solidFill>
                  <a:latin typeface="Futura Md BT" pitchFamily="34" charset="0"/>
                </a:defRPr>
              </a:lvl1pPr>
              <a:lvl2pPr marL="742950" indent="-285750">
                <a:defRPr sz="2400">
                  <a:solidFill>
                    <a:schemeClr val="bg1"/>
                  </a:solidFill>
                  <a:latin typeface="Futura Md BT" pitchFamily="34" charset="0"/>
                </a:defRPr>
              </a:lvl2pPr>
              <a:lvl3pPr marL="1143000" indent="-228600">
                <a:defRPr sz="2400">
                  <a:solidFill>
                    <a:schemeClr val="bg1"/>
                  </a:solidFill>
                  <a:latin typeface="Futura Md BT" pitchFamily="34" charset="0"/>
                </a:defRPr>
              </a:lvl3pPr>
              <a:lvl4pPr marL="1600200" indent="-228600">
                <a:defRPr sz="2400">
                  <a:solidFill>
                    <a:schemeClr val="bg1"/>
                  </a:solidFill>
                  <a:latin typeface="Futura Md BT" pitchFamily="34" charset="0"/>
                </a:defRPr>
              </a:lvl4pPr>
              <a:lvl5pPr marL="2057400" indent="-228600">
                <a:defRPr sz="2400">
                  <a:solidFill>
                    <a:schemeClr val="bg1"/>
                  </a:solidFill>
                  <a:latin typeface="Futura Md BT" pitchFamily="34" charset="0"/>
                </a:defRPr>
              </a:lvl5pPr>
              <a:lvl6pPr marL="2514600" indent="-228600" algn="ctr" eaLnBrk="0" fontAlgn="base" hangingPunct="0">
                <a:spcBef>
                  <a:spcPct val="0"/>
                </a:spcBef>
                <a:spcAft>
                  <a:spcPct val="0"/>
                </a:spcAft>
                <a:defRPr sz="2400">
                  <a:solidFill>
                    <a:schemeClr val="bg1"/>
                  </a:solidFill>
                  <a:latin typeface="Futura Md BT" pitchFamily="34" charset="0"/>
                </a:defRPr>
              </a:lvl6pPr>
              <a:lvl7pPr marL="2971800" indent="-228600" algn="ctr" eaLnBrk="0" fontAlgn="base" hangingPunct="0">
                <a:spcBef>
                  <a:spcPct val="0"/>
                </a:spcBef>
                <a:spcAft>
                  <a:spcPct val="0"/>
                </a:spcAft>
                <a:defRPr sz="2400">
                  <a:solidFill>
                    <a:schemeClr val="bg1"/>
                  </a:solidFill>
                  <a:latin typeface="Futura Md BT" pitchFamily="34" charset="0"/>
                </a:defRPr>
              </a:lvl7pPr>
              <a:lvl8pPr marL="3429000" indent="-228600" algn="ctr" eaLnBrk="0" fontAlgn="base" hangingPunct="0">
                <a:spcBef>
                  <a:spcPct val="0"/>
                </a:spcBef>
                <a:spcAft>
                  <a:spcPct val="0"/>
                </a:spcAft>
                <a:defRPr sz="2400">
                  <a:solidFill>
                    <a:schemeClr val="bg1"/>
                  </a:solidFill>
                  <a:latin typeface="Futura Md BT" pitchFamily="34" charset="0"/>
                </a:defRPr>
              </a:lvl8pPr>
              <a:lvl9pPr marL="3886200" indent="-228600" algn="ctr" eaLnBrk="0" fontAlgn="base" hangingPunct="0">
                <a:spcBef>
                  <a:spcPct val="0"/>
                </a:spcBef>
                <a:spcAft>
                  <a:spcPct val="0"/>
                </a:spcAft>
                <a:defRPr sz="2400">
                  <a:solidFill>
                    <a:schemeClr val="bg1"/>
                  </a:solidFill>
                  <a:latin typeface="Futura Md BT" pitchFamily="34" charset="0"/>
                </a:defRPr>
              </a:lvl9pPr>
            </a:lstStyle>
            <a:p>
              <a:endParaRPr lang="en-CA" altLang="en-US"/>
            </a:p>
          </p:txBody>
        </p:sp>
        <p:sp>
          <p:nvSpPr>
            <p:cNvPr id="32" name="Line 32">
              <a:extLst>
                <a:ext uri="{FF2B5EF4-FFF2-40B4-BE49-F238E27FC236}">
                  <a16:creationId xmlns:a16="http://schemas.microsoft.com/office/drawing/2014/main" id="{DB508C64-70EF-48E2-A194-61E518F40820}"/>
                </a:ext>
              </a:extLst>
            </p:cNvPr>
            <p:cNvSpPr>
              <a:spLocks noChangeShapeType="1"/>
            </p:cNvSpPr>
            <p:nvPr/>
          </p:nvSpPr>
          <p:spPr bwMode="auto">
            <a:xfrm>
              <a:off x="3360" y="3648"/>
              <a:ext cx="0" cy="0"/>
            </a:xfrm>
            <a:prstGeom prst="line">
              <a:avLst/>
            </a:prstGeom>
            <a:noFill/>
            <a:ln w="19050">
              <a:solidFill>
                <a:schemeClr val="tx1"/>
              </a:solidFill>
              <a:round/>
              <a:headEnd type="oval" w="med" len="me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3" name="Line 33">
              <a:extLst>
                <a:ext uri="{FF2B5EF4-FFF2-40B4-BE49-F238E27FC236}">
                  <a16:creationId xmlns:a16="http://schemas.microsoft.com/office/drawing/2014/main" id="{00EEDC6F-5547-4686-A53D-F6E317E035A1}"/>
                </a:ext>
              </a:extLst>
            </p:cNvPr>
            <p:cNvSpPr>
              <a:spLocks noChangeShapeType="1"/>
            </p:cNvSpPr>
            <p:nvPr/>
          </p:nvSpPr>
          <p:spPr bwMode="auto">
            <a:xfrm>
              <a:off x="3360" y="3456"/>
              <a:ext cx="0" cy="0"/>
            </a:xfrm>
            <a:prstGeom prst="line">
              <a:avLst/>
            </a:prstGeom>
            <a:noFill/>
            <a:ln w="19050">
              <a:solidFill>
                <a:schemeClr val="tx1"/>
              </a:solidFill>
              <a:round/>
              <a:headEnd type="oval" w="med" len="me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extLst>
      <p:ext uri="{BB962C8B-B14F-4D97-AF65-F5344CB8AC3E}">
        <p14:creationId xmlns:p14="http://schemas.microsoft.com/office/powerpoint/2010/main" val="32505360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BD63F-88CE-4628-8727-31080FD46FEC}"/>
              </a:ext>
            </a:extLst>
          </p:cNvPr>
          <p:cNvSpPr>
            <a:spLocks noGrp="1"/>
          </p:cNvSpPr>
          <p:nvPr>
            <p:ph type="title"/>
          </p:nvPr>
        </p:nvSpPr>
        <p:spPr/>
        <p:txBody>
          <a:bodyPr/>
          <a:lstStyle/>
          <a:p>
            <a:r>
              <a:rPr lang="en-US" dirty="0" err="1"/>
              <a:t>DLLNode</a:t>
            </a:r>
            <a:r>
              <a:rPr lang="en-US" dirty="0"/>
              <a:t> for Strings</a:t>
            </a:r>
            <a:endParaRPr lang="en-CA" dirty="0"/>
          </a:p>
        </p:txBody>
      </p:sp>
      <p:sp>
        <p:nvSpPr>
          <p:cNvPr id="3" name="Content Placeholder 2">
            <a:extLst>
              <a:ext uri="{FF2B5EF4-FFF2-40B4-BE49-F238E27FC236}">
                <a16:creationId xmlns:a16="http://schemas.microsoft.com/office/drawing/2014/main" id="{66322DA7-328F-4813-A477-C2496782F375}"/>
              </a:ext>
            </a:extLst>
          </p:cNvPr>
          <p:cNvSpPr>
            <a:spLocks noGrp="1"/>
          </p:cNvSpPr>
          <p:nvPr>
            <p:ph idx="1"/>
          </p:nvPr>
        </p:nvSpPr>
        <p:spPr/>
        <p:txBody>
          <a:bodyPr>
            <a:normAutofit fontScale="92500" lnSpcReduction="20000"/>
          </a:bodyPr>
          <a:lstStyle/>
          <a:p>
            <a:pPr>
              <a:tabLst>
                <a:tab pos="762000" algn="l"/>
                <a:tab pos="1143000" algn="l"/>
                <a:tab pos="1524000" algn="l"/>
                <a:tab pos="1905000" algn="l"/>
                <a:tab pos="2286000" algn="l"/>
              </a:tabLst>
            </a:pPr>
            <a:r>
              <a:rPr lang="en-US" altLang="en-US" dirty="0"/>
              <a:t>Java class implementing DLL nodes:</a:t>
            </a:r>
          </a:p>
          <a:p>
            <a:pPr lvl="1">
              <a:buClr>
                <a:schemeClr val="tx1"/>
              </a:buClr>
              <a:buNone/>
              <a:tabLst>
                <a:tab pos="762000" algn="l"/>
                <a:tab pos="1143000" algn="l"/>
                <a:tab pos="1524000" algn="l"/>
                <a:tab pos="1905000" algn="l"/>
                <a:tab pos="2286000" algn="l"/>
              </a:tabLst>
            </a:pPr>
            <a:endParaRPr lang="en-US" altLang="en-US" dirty="0">
              <a:solidFill>
                <a:schemeClr val="accent2"/>
              </a:solidFill>
              <a:latin typeface="Courier New" panose="02070309020205020404" pitchFamily="49" charset="0"/>
              <a:cs typeface="Times New Roman" panose="02020603050405020304" pitchFamily="18" charset="0"/>
            </a:endParaRPr>
          </a:p>
          <a:p>
            <a:pPr lvl="1">
              <a:buClr>
                <a:schemeClr val="tx1"/>
              </a:buClr>
              <a:buNone/>
              <a:tabLst>
                <a:tab pos="762000" algn="l"/>
                <a:tab pos="1143000" algn="l"/>
                <a:tab pos="1524000" algn="l"/>
                <a:tab pos="1905000" algn="l"/>
                <a:tab pos="2286000" algn="l"/>
              </a:tabLst>
            </a:pPr>
            <a:r>
              <a:rPr lang="en-US" altLang="en-US" dirty="0">
                <a:solidFill>
                  <a:schemeClr val="accent2"/>
                </a:solidFill>
                <a:latin typeface="Courier New" panose="02070309020205020404" pitchFamily="49" charset="0"/>
                <a:cs typeface="Times New Roman" panose="02020603050405020304" pitchFamily="18" charset="0"/>
              </a:rPr>
              <a:t>	</a:t>
            </a:r>
            <a:r>
              <a:rPr lang="en-US" altLang="en-US" b="1" dirty="0">
                <a:latin typeface="Courier New" panose="02070309020205020404" pitchFamily="49" charset="0"/>
                <a:cs typeface="Times New Roman" panose="02020603050405020304" pitchFamily="18" charset="0"/>
              </a:rPr>
              <a:t>public</a:t>
            </a:r>
            <a:r>
              <a:rPr lang="en-US" altLang="en-US" dirty="0">
                <a:latin typeface="Courier New" panose="02070309020205020404" pitchFamily="49" charset="0"/>
                <a:cs typeface="Times New Roman" panose="02020603050405020304" pitchFamily="18" charset="0"/>
              </a:rPr>
              <a:t> </a:t>
            </a:r>
            <a:r>
              <a:rPr lang="en-US" altLang="en-US" b="1" dirty="0">
                <a:latin typeface="Courier New" panose="02070309020205020404" pitchFamily="49" charset="0"/>
                <a:cs typeface="Times New Roman" panose="02020603050405020304" pitchFamily="18" charset="0"/>
              </a:rPr>
              <a:t>class</a:t>
            </a:r>
            <a:r>
              <a:rPr lang="en-US" altLang="en-US" dirty="0">
                <a:latin typeface="Courier New" panose="02070309020205020404" pitchFamily="49" charset="0"/>
                <a:cs typeface="Times New Roman" panose="02020603050405020304" pitchFamily="18" charset="0"/>
              </a:rPr>
              <a:t> </a:t>
            </a:r>
            <a:r>
              <a:rPr lang="en-US" altLang="en-US" dirty="0" err="1">
                <a:latin typeface="Courier New" panose="02070309020205020404" pitchFamily="49" charset="0"/>
                <a:cs typeface="Times New Roman" panose="02020603050405020304" pitchFamily="18" charset="0"/>
              </a:rPr>
              <a:t>DLLNode</a:t>
            </a:r>
            <a:r>
              <a:rPr lang="en-US" altLang="en-US" dirty="0">
                <a:latin typeface="Courier New" panose="02070309020205020404" pitchFamily="49" charset="0"/>
                <a:cs typeface="Times New Roman" panose="02020603050405020304" pitchFamily="18" charset="0"/>
              </a:rPr>
              <a:t> {</a:t>
            </a:r>
          </a:p>
          <a:p>
            <a:pPr lvl="1">
              <a:buClr>
                <a:schemeClr val="tx1"/>
              </a:buClr>
              <a:buNone/>
              <a:tabLst>
                <a:tab pos="762000" algn="l"/>
                <a:tab pos="1143000" algn="l"/>
                <a:tab pos="1524000" algn="l"/>
                <a:tab pos="1905000" algn="l"/>
                <a:tab pos="2286000" algn="l"/>
              </a:tabLst>
            </a:pPr>
            <a:r>
              <a:rPr lang="en-US" altLang="en-US" dirty="0">
                <a:latin typeface="Courier New" panose="02070309020205020404" pitchFamily="49" charset="0"/>
                <a:cs typeface="Times New Roman" panose="02020603050405020304" pitchFamily="18" charset="0"/>
              </a:rPr>
              <a:t>	</a:t>
            </a:r>
            <a:r>
              <a:rPr lang="en-US" altLang="en-US" b="1" dirty="0">
                <a:latin typeface="Courier New" panose="02070309020205020404" pitchFamily="49" charset="0"/>
                <a:cs typeface="Times New Roman" panose="02020603050405020304" pitchFamily="18" charset="0"/>
              </a:rPr>
              <a:t>		private</a:t>
            </a:r>
            <a:r>
              <a:rPr lang="en-US" altLang="en-US" dirty="0">
                <a:latin typeface="Courier New" panose="02070309020205020404" pitchFamily="49" charset="0"/>
                <a:cs typeface="Times New Roman" panose="02020603050405020304" pitchFamily="18" charset="0"/>
              </a:rPr>
              <a:t> String element;</a:t>
            </a:r>
            <a:br>
              <a:rPr lang="en-US" altLang="en-US" dirty="0">
                <a:latin typeface="Courier New" panose="02070309020205020404" pitchFamily="49" charset="0"/>
                <a:cs typeface="Times New Roman" panose="02020603050405020304" pitchFamily="18" charset="0"/>
              </a:rPr>
            </a:br>
            <a:r>
              <a:rPr lang="en-US" altLang="en-US" dirty="0">
                <a:latin typeface="Courier New" panose="02070309020205020404" pitchFamily="49" charset="0"/>
                <a:cs typeface="Times New Roman" panose="02020603050405020304" pitchFamily="18" charset="0"/>
              </a:rPr>
              <a:t>		</a:t>
            </a:r>
            <a:r>
              <a:rPr lang="en-US" altLang="en-US" b="1" dirty="0">
                <a:latin typeface="Courier New" panose="02070309020205020404" pitchFamily="49" charset="0"/>
                <a:cs typeface="Times New Roman" panose="02020603050405020304" pitchFamily="18" charset="0"/>
              </a:rPr>
              <a:t>private</a:t>
            </a:r>
            <a:r>
              <a:rPr lang="en-US" altLang="en-US" dirty="0">
                <a:latin typeface="Courier New" panose="02070309020205020404" pitchFamily="49" charset="0"/>
                <a:cs typeface="Times New Roman" panose="02020603050405020304" pitchFamily="18" charset="0"/>
              </a:rPr>
              <a:t> </a:t>
            </a:r>
            <a:r>
              <a:rPr lang="en-US" altLang="en-US" dirty="0" err="1">
                <a:latin typeface="Courier New" panose="02070309020205020404" pitchFamily="49" charset="0"/>
                <a:cs typeface="Times New Roman" panose="02020603050405020304" pitchFamily="18" charset="0"/>
              </a:rPr>
              <a:t>DLLNode</a:t>
            </a:r>
            <a:r>
              <a:rPr lang="en-US" altLang="en-US" dirty="0">
                <a:latin typeface="Courier New" panose="02070309020205020404" pitchFamily="49" charset="0"/>
                <a:cs typeface="Times New Roman" panose="02020603050405020304" pitchFamily="18" charset="0"/>
              </a:rPr>
              <a:t> </a:t>
            </a:r>
            <a:r>
              <a:rPr lang="en-US" altLang="en-US" dirty="0" err="1">
                <a:latin typeface="Courier New" panose="02070309020205020404" pitchFamily="49" charset="0"/>
                <a:cs typeface="Times New Roman" panose="02020603050405020304" pitchFamily="18" charset="0"/>
              </a:rPr>
              <a:t>prev</a:t>
            </a:r>
            <a:r>
              <a:rPr lang="en-US" altLang="en-US" dirty="0">
                <a:latin typeface="Courier New" panose="02070309020205020404" pitchFamily="49" charset="0"/>
                <a:cs typeface="Times New Roman" panose="02020603050405020304" pitchFamily="18" charset="0"/>
              </a:rPr>
              <a:t>, next;</a:t>
            </a:r>
          </a:p>
          <a:p>
            <a:pPr lvl="1">
              <a:buClr>
                <a:schemeClr val="tx1"/>
              </a:buClr>
              <a:buNone/>
              <a:tabLst>
                <a:tab pos="762000" algn="l"/>
                <a:tab pos="1143000" algn="l"/>
                <a:tab pos="1524000" algn="l"/>
                <a:tab pos="1905000" algn="l"/>
                <a:tab pos="2286000" algn="l"/>
              </a:tabLst>
            </a:pPr>
            <a:endParaRPr lang="en-US" altLang="en-US" dirty="0">
              <a:latin typeface="Courier New" panose="02070309020205020404" pitchFamily="49" charset="0"/>
              <a:cs typeface="Times New Roman" panose="02020603050405020304" pitchFamily="18" charset="0"/>
            </a:endParaRPr>
          </a:p>
          <a:p>
            <a:pPr lvl="1">
              <a:buClr>
                <a:schemeClr val="tx1"/>
              </a:buClr>
              <a:buNone/>
              <a:tabLst>
                <a:tab pos="762000" algn="l"/>
                <a:tab pos="1143000" algn="l"/>
                <a:tab pos="1524000" algn="l"/>
                <a:tab pos="1905000" algn="l"/>
                <a:tab pos="2286000" algn="l"/>
              </a:tabLst>
            </a:pPr>
            <a:r>
              <a:rPr lang="en-US" altLang="en-US" dirty="0">
                <a:latin typeface="Courier New" panose="02070309020205020404" pitchFamily="49" charset="0"/>
                <a:cs typeface="Times New Roman" panose="02020603050405020304" pitchFamily="18" charset="0"/>
              </a:rPr>
              <a:t>	</a:t>
            </a:r>
            <a:r>
              <a:rPr lang="en-US" altLang="en-US" b="1" dirty="0">
                <a:latin typeface="Courier New" panose="02070309020205020404" pitchFamily="49" charset="0"/>
                <a:cs typeface="Times New Roman" panose="02020603050405020304" pitchFamily="18" charset="0"/>
              </a:rPr>
              <a:t>		public</a:t>
            </a:r>
            <a:r>
              <a:rPr lang="en-US" altLang="en-US" dirty="0">
                <a:latin typeface="Courier New" panose="02070309020205020404" pitchFamily="49" charset="0"/>
                <a:cs typeface="Times New Roman" panose="02020603050405020304" pitchFamily="18" charset="0"/>
              </a:rPr>
              <a:t> </a:t>
            </a:r>
            <a:r>
              <a:rPr lang="en-US" altLang="en-US" dirty="0" err="1">
                <a:latin typeface="Courier New" panose="02070309020205020404" pitchFamily="49" charset="0"/>
                <a:cs typeface="Times New Roman" panose="02020603050405020304" pitchFamily="18" charset="0"/>
              </a:rPr>
              <a:t>DLLNode</a:t>
            </a:r>
            <a:r>
              <a:rPr lang="en-US" altLang="en-US" dirty="0">
                <a:latin typeface="Courier New" panose="02070309020205020404" pitchFamily="49" charset="0"/>
                <a:cs typeface="Times New Roman" panose="02020603050405020304" pitchFamily="18" charset="0"/>
              </a:rPr>
              <a:t>(String </a:t>
            </a:r>
            <a:r>
              <a:rPr lang="en-US" altLang="en-US" dirty="0" err="1">
                <a:latin typeface="Courier New" panose="02070309020205020404" pitchFamily="49" charset="0"/>
                <a:cs typeface="Times New Roman" panose="02020603050405020304" pitchFamily="18" charset="0"/>
              </a:rPr>
              <a:t>elem</a:t>
            </a:r>
            <a:r>
              <a:rPr lang="en-US" altLang="en-US" dirty="0">
                <a:latin typeface="Courier New" panose="02070309020205020404" pitchFamily="49" charset="0"/>
                <a:cs typeface="Times New Roman" panose="02020603050405020304" pitchFamily="18" charset="0"/>
              </a:rPr>
              <a:t>, </a:t>
            </a:r>
            <a:r>
              <a:rPr lang="en-US" altLang="en-US" dirty="0" err="1">
                <a:latin typeface="Courier New" panose="02070309020205020404" pitchFamily="49" charset="0"/>
                <a:cs typeface="Times New Roman" panose="02020603050405020304" pitchFamily="18" charset="0"/>
              </a:rPr>
              <a:t>DLLNode</a:t>
            </a:r>
            <a:r>
              <a:rPr lang="en-US" altLang="en-US" dirty="0">
                <a:latin typeface="Courier New" panose="02070309020205020404" pitchFamily="49" charset="0"/>
                <a:cs typeface="Times New Roman" panose="02020603050405020304" pitchFamily="18" charset="0"/>
              </a:rPr>
              <a:t> </a:t>
            </a:r>
            <a:r>
              <a:rPr lang="en-US" altLang="en-US" dirty="0" err="1">
                <a:latin typeface="Courier New" panose="02070309020205020404" pitchFamily="49" charset="0"/>
                <a:cs typeface="Times New Roman" panose="02020603050405020304" pitchFamily="18" charset="0"/>
              </a:rPr>
              <a:t>prev</a:t>
            </a:r>
            <a:r>
              <a:rPr lang="en-US" altLang="en-US" dirty="0">
                <a:latin typeface="Courier New" panose="02070309020205020404" pitchFamily="49" charset="0"/>
                <a:cs typeface="Times New Roman" panose="02020603050405020304" pitchFamily="18" charset="0"/>
              </a:rPr>
              <a:t>, </a:t>
            </a:r>
          </a:p>
          <a:p>
            <a:pPr lvl="1">
              <a:buClr>
                <a:schemeClr val="tx1"/>
              </a:buClr>
              <a:buNone/>
              <a:tabLst>
                <a:tab pos="762000" algn="l"/>
                <a:tab pos="1143000" algn="l"/>
                <a:tab pos="1524000" algn="l"/>
                <a:tab pos="1905000" algn="l"/>
                <a:tab pos="2286000" algn="l"/>
              </a:tabLst>
            </a:pPr>
            <a:r>
              <a:rPr lang="en-US" altLang="en-US" dirty="0">
                <a:latin typeface="Courier New" panose="02070309020205020404" pitchFamily="49" charset="0"/>
                <a:cs typeface="Times New Roman" panose="02020603050405020304" pitchFamily="18" charset="0"/>
              </a:rPr>
              <a:t>								</a:t>
            </a:r>
            <a:r>
              <a:rPr lang="en-US" altLang="en-US" dirty="0" err="1">
                <a:latin typeface="Courier New" panose="02070309020205020404" pitchFamily="49" charset="0"/>
                <a:cs typeface="Times New Roman" panose="02020603050405020304" pitchFamily="18" charset="0"/>
              </a:rPr>
              <a:t>DLLNode</a:t>
            </a:r>
            <a:r>
              <a:rPr lang="en-US" altLang="en-US" dirty="0">
                <a:latin typeface="Courier New" panose="02070309020205020404" pitchFamily="49" charset="0"/>
                <a:cs typeface="Times New Roman" panose="02020603050405020304" pitchFamily="18" charset="0"/>
              </a:rPr>
              <a:t> next){</a:t>
            </a:r>
            <a:br>
              <a:rPr lang="en-US" altLang="en-US" dirty="0">
                <a:latin typeface="Courier New" panose="02070309020205020404" pitchFamily="49" charset="0"/>
                <a:cs typeface="Times New Roman" panose="02020603050405020304" pitchFamily="18" charset="0"/>
              </a:rPr>
            </a:br>
            <a:r>
              <a:rPr lang="en-US" altLang="en-US" dirty="0">
                <a:latin typeface="Courier New" panose="02070309020205020404" pitchFamily="49" charset="0"/>
                <a:cs typeface="Times New Roman" panose="02020603050405020304" pitchFamily="18" charset="0"/>
              </a:rPr>
              <a:t>			</a:t>
            </a:r>
            <a:r>
              <a:rPr lang="en-US" altLang="en-US" b="1" dirty="0" err="1">
                <a:latin typeface="Courier New" panose="02070309020205020404" pitchFamily="49" charset="0"/>
                <a:cs typeface="Times New Roman" panose="02020603050405020304" pitchFamily="18" charset="0"/>
              </a:rPr>
              <a:t>this</a:t>
            </a:r>
            <a:r>
              <a:rPr lang="en-US" altLang="en-US" dirty="0" err="1">
                <a:latin typeface="Courier New" panose="02070309020205020404" pitchFamily="49" charset="0"/>
                <a:cs typeface="Times New Roman" panose="02020603050405020304" pitchFamily="18" charset="0"/>
              </a:rPr>
              <a:t>.element</a:t>
            </a:r>
            <a:r>
              <a:rPr lang="en-US" altLang="en-US" dirty="0">
                <a:latin typeface="Courier New" panose="02070309020205020404" pitchFamily="49" charset="0"/>
                <a:cs typeface="Times New Roman" panose="02020603050405020304" pitchFamily="18" charset="0"/>
              </a:rPr>
              <a:t> = </a:t>
            </a:r>
            <a:r>
              <a:rPr lang="en-US" altLang="en-US" dirty="0" err="1">
                <a:latin typeface="Courier New" panose="02070309020205020404" pitchFamily="49" charset="0"/>
                <a:cs typeface="Times New Roman" panose="02020603050405020304" pitchFamily="18" charset="0"/>
              </a:rPr>
              <a:t>elem</a:t>
            </a:r>
            <a:r>
              <a:rPr lang="en-US" altLang="en-US" dirty="0">
                <a:latin typeface="Courier New" panose="02070309020205020404" pitchFamily="49" charset="0"/>
                <a:cs typeface="Times New Roman" panose="02020603050405020304" pitchFamily="18" charset="0"/>
              </a:rPr>
              <a:t>;</a:t>
            </a:r>
            <a:br>
              <a:rPr lang="en-US" altLang="en-US" dirty="0">
                <a:latin typeface="Courier New" panose="02070309020205020404" pitchFamily="49" charset="0"/>
                <a:cs typeface="Times New Roman" panose="02020603050405020304" pitchFamily="18" charset="0"/>
              </a:rPr>
            </a:br>
            <a:r>
              <a:rPr lang="en-US" altLang="en-US" dirty="0">
                <a:latin typeface="Courier New" panose="02070309020205020404" pitchFamily="49" charset="0"/>
                <a:cs typeface="Times New Roman" panose="02020603050405020304" pitchFamily="18" charset="0"/>
              </a:rPr>
              <a:t>			</a:t>
            </a:r>
            <a:r>
              <a:rPr lang="en-US" altLang="en-US" b="1" dirty="0" err="1">
                <a:latin typeface="Courier New" panose="02070309020205020404" pitchFamily="49" charset="0"/>
                <a:cs typeface="Times New Roman" panose="02020603050405020304" pitchFamily="18" charset="0"/>
              </a:rPr>
              <a:t>this</a:t>
            </a:r>
            <a:r>
              <a:rPr lang="en-US" altLang="en-US" dirty="0" err="1">
                <a:latin typeface="Courier New" panose="02070309020205020404" pitchFamily="49" charset="0"/>
                <a:cs typeface="Times New Roman" panose="02020603050405020304" pitchFamily="18" charset="0"/>
              </a:rPr>
              <a:t>.prev</a:t>
            </a:r>
            <a:r>
              <a:rPr lang="en-US" altLang="en-US" dirty="0">
                <a:latin typeface="Courier New" panose="02070309020205020404" pitchFamily="49" charset="0"/>
                <a:cs typeface="Times New Roman" panose="02020603050405020304" pitchFamily="18" charset="0"/>
              </a:rPr>
              <a:t> = </a:t>
            </a:r>
            <a:r>
              <a:rPr lang="en-US" altLang="en-US" dirty="0" err="1">
                <a:latin typeface="Courier New" panose="02070309020205020404" pitchFamily="49" charset="0"/>
                <a:cs typeface="Times New Roman" panose="02020603050405020304" pitchFamily="18" charset="0"/>
              </a:rPr>
              <a:t>prev</a:t>
            </a:r>
            <a:r>
              <a:rPr lang="en-US" altLang="en-US" dirty="0">
                <a:latin typeface="Courier New" panose="02070309020205020404" pitchFamily="49" charset="0"/>
                <a:cs typeface="Times New Roman" panose="02020603050405020304" pitchFamily="18" charset="0"/>
              </a:rPr>
              <a:t>;</a:t>
            </a:r>
            <a:br>
              <a:rPr lang="en-US" altLang="en-US" dirty="0">
                <a:latin typeface="Courier New" panose="02070309020205020404" pitchFamily="49" charset="0"/>
                <a:cs typeface="Times New Roman" panose="02020603050405020304" pitchFamily="18" charset="0"/>
              </a:rPr>
            </a:br>
            <a:r>
              <a:rPr lang="en-US" altLang="en-US" dirty="0">
                <a:latin typeface="Courier New" panose="02070309020205020404" pitchFamily="49" charset="0"/>
                <a:cs typeface="Times New Roman" panose="02020603050405020304" pitchFamily="18" charset="0"/>
              </a:rPr>
              <a:t> 		</a:t>
            </a:r>
            <a:r>
              <a:rPr lang="en-US" altLang="en-US" b="1" dirty="0" err="1">
                <a:latin typeface="Courier New" panose="02070309020205020404" pitchFamily="49" charset="0"/>
                <a:cs typeface="Times New Roman" panose="02020603050405020304" pitchFamily="18" charset="0"/>
              </a:rPr>
              <a:t>this</a:t>
            </a:r>
            <a:r>
              <a:rPr lang="en-US" altLang="en-US" dirty="0" err="1">
                <a:latin typeface="Courier New" panose="02070309020205020404" pitchFamily="49" charset="0"/>
                <a:cs typeface="Times New Roman" panose="02020603050405020304" pitchFamily="18" charset="0"/>
              </a:rPr>
              <a:t>.next</a:t>
            </a:r>
            <a:r>
              <a:rPr lang="en-US" altLang="en-US" dirty="0">
                <a:latin typeface="Courier New" panose="02070309020205020404" pitchFamily="49" charset="0"/>
                <a:cs typeface="Times New Roman" panose="02020603050405020304" pitchFamily="18" charset="0"/>
              </a:rPr>
              <a:t> = next;</a:t>
            </a:r>
            <a:br>
              <a:rPr lang="en-US" altLang="en-US" dirty="0">
                <a:latin typeface="Courier New" panose="02070309020205020404" pitchFamily="49" charset="0"/>
                <a:cs typeface="Times New Roman" panose="02020603050405020304" pitchFamily="18" charset="0"/>
              </a:rPr>
            </a:br>
            <a:r>
              <a:rPr lang="en-US" altLang="en-US" dirty="0">
                <a:latin typeface="Courier New" panose="02070309020205020404" pitchFamily="49" charset="0"/>
                <a:cs typeface="Times New Roman" panose="02020603050405020304" pitchFamily="18" charset="0"/>
              </a:rPr>
              <a:t>		}</a:t>
            </a:r>
          </a:p>
          <a:p>
            <a:pPr lvl="1">
              <a:buClr>
                <a:schemeClr val="tx1"/>
              </a:buClr>
              <a:buNone/>
              <a:tabLst>
                <a:tab pos="762000" algn="l"/>
                <a:tab pos="1143000" algn="l"/>
                <a:tab pos="1524000" algn="l"/>
                <a:tab pos="1905000" algn="l"/>
                <a:tab pos="2286000" algn="l"/>
              </a:tabLst>
            </a:pPr>
            <a:r>
              <a:rPr lang="en-US" altLang="en-US" dirty="0">
                <a:latin typeface="Courier New" panose="02070309020205020404" pitchFamily="49" charset="0"/>
                <a:cs typeface="Times New Roman" panose="02020603050405020304" pitchFamily="18" charset="0"/>
              </a:rPr>
              <a:t>			</a:t>
            </a:r>
            <a:r>
              <a:rPr lang="en-US" altLang="en-US" dirty="0">
                <a:latin typeface="Courier New" panose="02070309020205020404" pitchFamily="49" charset="0"/>
                <a:cs typeface="Courier New" panose="02070309020205020404" pitchFamily="49" charset="0"/>
              </a:rPr>
              <a:t>// other </a:t>
            </a:r>
            <a:r>
              <a:rPr lang="en-US" altLang="en-US" dirty="0" err="1">
                <a:latin typeface="Courier New" panose="02070309020205020404" pitchFamily="49" charset="0"/>
                <a:cs typeface="Courier New" panose="02070309020205020404" pitchFamily="49" charset="0"/>
              </a:rPr>
              <a:t>DLLNode</a:t>
            </a:r>
            <a:r>
              <a:rPr lang="en-US" altLang="en-US" dirty="0">
                <a:latin typeface="Courier New" panose="02070309020205020404" pitchFamily="49" charset="0"/>
                <a:cs typeface="Courier New" panose="02070309020205020404" pitchFamily="49" charset="0"/>
              </a:rPr>
              <a:t> methods</a:t>
            </a:r>
          </a:p>
          <a:p>
            <a:pPr lvl="1">
              <a:buClr>
                <a:schemeClr val="tx1"/>
              </a:buClr>
              <a:buNone/>
              <a:tabLst>
                <a:tab pos="762000" algn="l"/>
                <a:tab pos="1143000" algn="l"/>
                <a:tab pos="1524000" algn="l"/>
                <a:tab pos="1905000" algn="l"/>
                <a:tab pos="2286000" algn="l"/>
              </a:tabLst>
            </a:pPr>
            <a:r>
              <a:rPr lang="en-US" altLang="en-US" dirty="0">
                <a:latin typeface="Courier New" panose="02070309020205020404" pitchFamily="49" charset="0"/>
                <a:cs typeface="Times New Roman" panose="02020603050405020304" pitchFamily="18" charset="0"/>
              </a:rPr>
              <a:t>	}</a:t>
            </a:r>
            <a:endParaRPr lang="en-CA" dirty="0"/>
          </a:p>
        </p:txBody>
      </p:sp>
    </p:spTree>
    <p:extLst>
      <p:ext uri="{BB962C8B-B14F-4D97-AF65-F5344CB8AC3E}">
        <p14:creationId xmlns:p14="http://schemas.microsoft.com/office/powerpoint/2010/main" val="11670606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2EE1D-31B0-410B-982C-0C570A22E5BA}"/>
              </a:ext>
            </a:extLst>
          </p:cNvPr>
          <p:cNvSpPr>
            <a:spLocks noGrp="1"/>
          </p:cNvSpPr>
          <p:nvPr>
            <p:ph type="title"/>
          </p:nvPr>
        </p:nvSpPr>
        <p:spPr/>
        <p:txBody>
          <a:bodyPr/>
          <a:lstStyle/>
          <a:p>
            <a:r>
              <a:rPr lang="en-US" altLang="en-US" dirty="0"/>
              <a:t>DLL of </a:t>
            </a:r>
            <a:r>
              <a:rPr lang="en-US" altLang="en-US" dirty="0" err="1"/>
              <a:t>DLLNode</a:t>
            </a:r>
            <a:r>
              <a:rPr lang="en-US" altLang="en-US" dirty="0"/>
              <a:t> for Strings</a:t>
            </a:r>
            <a:endParaRPr lang="en-CA" dirty="0"/>
          </a:p>
        </p:txBody>
      </p:sp>
      <p:sp>
        <p:nvSpPr>
          <p:cNvPr id="3" name="Content Placeholder 2">
            <a:extLst>
              <a:ext uri="{FF2B5EF4-FFF2-40B4-BE49-F238E27FC236}">
                <a16:creationId xmlns:a16="http://schemas.microsoft.com/office/drawing/2014/main" id="{9EADAB81-F34A-4EBC-B231-DA75BB83B7D9}"/>
              </a:ext>
            </a:extLst>
          </p:cNvPr>
          <p:cNvSpPr>
            <a:spLocks noGrp="1"/>
          </p:cNvSpPr>
          <p:nvPr>
            <p:ph idx="1"/>
          </p:nvPr>
        </p:nvSpPr>
        <p:spPr/>
        <p:txBody>
          <a:bodyPr>
            <a:normAutofit/>
          </a:bodyPr>
          <a:lstStyle/>
          <a:p>
            <a:pPr>
              <a:tabLst>
                <a:tab pos="762000" algn="l"/>
                <a:tab pos="1143000" algn="l"/>
                <a:tab pos="1524000" algn="l"/>
                <a:tab pos="1905000" algn="l"/>
                <a:tab pos="2286000" algn="l"/>
              </a:tabLst>
            </a:pPr>
            <a:r>
              <a:rPr lang="en-US" altLang="en-US" dirty="0"/>
              <a:t>Java class implementing DLL headers:</a:t>
            </a:r>
          </a:p>
          <a:p>
            <a:pPr lvl="1">
              <a:buClr>
                <a:schemeClr val="tx1"/>
              </a:buClr>
              <a:buNone/>
              <a:tabLst>
                <a:tab pos="762000" algn="l"/>
                <a:tab pos="1143000" algn="l"/>
                <a:tab pos="1524000" algn="l"/>
                <a:tab pos="1905000" algn="l"/>
                <a:tab pos="2286000" algn="l"/>
              </a:tabLst>
            </a:pPr>
            <a:r>
              <a:rPr lang="en-US" altLang="en-US" dirty="0">
                <a:solidFill>
                  <a:schemeClr val="accent2"/>
                </a:solidFill>
                <a:latin typeface="Courier New" panose="02070309020205020404" pitchFamily="49" charset="0"/>
                <a:cs typeface="Times New Roman" panose="02020603050405020304" pitchFamily="18" charset="0"/>
              </a:rPr>
              <a:t>	</a:t>
            </a:r>
          </a:p>
          <a:p>
            <a:pPr lvl="1">
              <a:buClr>
                <a:schemeClr val="tx1"/>
              </a:buClr>
              <a:buNone/>
              <a:tabLst>
                <a:tab pos="762000" algn="l"/>
                <a:tab pos="1143000" algn="l"/>
                <a:tab pos="1524000" algn="l"/>
                <a:tab pos="1905000" algn="l"/>
                <a:tab pos="2286000" algn="l"/>
              </a:tabLst>
            </a:pPr>
            <a:r>
              <a:rPr lang="en-US" altLang="en-US" b="1" dirty="0">
                <a:solidFill>
                  <a:schemeClr val="accent2"/>
                </a:solidFill>
                <a:latin typeface="Courier New" panose="02070309020205020404" pitchFamily="49" charset="0"/>
                <a:cs typeface="Times New Roman" panose="02020603050405020304" pitchFamily="18" charset="0"/>
              </a:rPr>
              <a:t>	</a:t>
            </a:r>
            <a:r>
              <a:rPr lang="en-US" altLang="en-US" b="1" dirty="0">
                <a:latin typeface="Courier New" panose="02070309020205020404" pitchFamily="49" charset="0"/>
                <a:cs typeface="Times New Roman" panose="02020603050405020304" pitchFamily="18" charset="0"/>
              </a:rPr>
              <a:t>public</a:t>
            </a:r>
            <a:r>
              <a:rPr lang="en-US" altLang="en-US" dirty="0">
                <a:latin typeface="Courier New" panose="02070309020205020404" pitchFamily="49" charset="0"/>
                <a:cs typeface="Times New Roman" panose="02020603050405020304" pitchFamily="18" charset="0"/>
              </a:rPr>
              <a:t> </a:t>
            </a:r>
            <a:r>
              <a:rPr lang="en-US" altLang="en-US" b="1" dirty="0">
                <a:latin typeface="Courier New" panose="02070309020205020404" pitchFamily="49" charset="0"/>
                <a:cs typeface="Times New Roman" panose="02020603050405020304" pitchFamily="18" charset="0"/>
              </a:rPr>
              <a:t>class</a:t>
            </a:r>
            <a:r>
              <a:rPr lang="en-US" altLang="en-US" dirty="0">
                <a:latin typeface="Courier New" panose="02070309020205020404" pitchFamily="49" charset="0"/>
                <a:cs typeface="Times New Roman" panose="02020603050405020304" pitchFamily="18" charset="0"/>
              </a:rPr>
              <a:t> DLL { </a:t>
            </a:r>
          </a:p>
          <a:p>
            <a:pPr lvl="1">
              <a:buClr>
                <a:schemeClr val="tx1"/>
              </a:buClr>
              <a:buNone/>
              <a:tabLst>
                <a:tab pos="762000" algn="l"/>
                <a:tab pos="1143000" algn="l"/>
                <a:tab pos="1524000" algn="l"/>
                <a:tab pos="1905000" algn="l"/>
                <a:tab pos="2286000" algn="l"/>
              </a:tabLst>
            </a:pPr>
            <a:r>
              <a:rPr lang="en-US" altLang="en-US" dirty="0">
                <a:latin typeface="Courier New" panose="02070309020205020404" pitchFamily="49" charset="0"/>
                <a:cs typeface="Times New Roman" panose="02020603050405020304" pitchFamily="18" charset="0"/>
              </a:rPr>
              <a:t>			</a:t>
            </a:r>
            <a:r>
              <a:rPr lang="en-US" altLang="en-US" b="1" dirty="0">
                <a:latin typeface="Courier New" panose="02070309020205020404" pitchFamily="49" charset="0"/>
                <a:cs typeface="Times New Roman" panose="02020603050405020304" pitchFamily="18" charset="0"/>
              </a:rPr>
              <a:t>private</a:t>
            </a:r>
            <a:r>
              <a:rPr lang="en-US" altLang="en-US" dirty="0">
                <a:latin typeface="Courier New" panose="02070309020205020404" pitchFamily="49" charset="0"/>
                <a:cs typeface="Times New Roman" panose="02020603050405020304" pitchFamily="18" charset="0"/>
              </a:rPr>
              <a:t> </a:t>
            </a:r>
            <a:r>
              <a:rPr lang="en-US" altLang="en-US" dirty="0" err="1">
                <a:latin typeface="Courier New" panose="02070309020205020404" pitchFamily="49" charset="0"/>
                <a:cs typeface="Times New Roman" panose="02020603050405020304" pitchFamily="18" charset="0"/>
              </a:rPr>
              <a:t>DLLNode</a:t>
            </a:r>
            <a:r>
              <a:rPr lang="en-US" altLang="en-US" dirty="0">
                <a:latin typeface="Courier New" panose="02070309020205020404" pitchFamily="49" charset="0"/>
                <a:cs typeface="Times New Roman" panose="02020603050405020304" pitchFamily="18" charset="0"/>
              </a:rPr>
              <a:t> head, tail;</a:t>
            </a:r>
          </a:p>
          <a:p>
            <a:pPr lvl="1">
              <a:buClr>
                <a:schemeClr val="tx1"/>
              </a:buClr>
              <a:buNone/>
              <a:tabLst>
                <a:tab pos="762000" algn="l"/>
                <a:tab pos="1143000" algn="l"/>
                <a:tab pos="1524000" algn="l"/>
                <a:tab pos="1905000" algn="l"/>
                <a:tab pos="2286000" algn="l"/>
              </a:tabLst>
            </a:pPr>
            <a:r>
              <a:rPr lang="en-US" altLang="en-US" dirty="0">
                <a:latin typeface="Courier New" panose="02070309020205020404" pitchFamily="49" charset="0"/>
                <a:cs typeface="Times New Roman" panose="02020603050405020304" pitchFamily="18" charset="0"/>
              </a:rPr>
              <a:t>			</a:t>
            </a:r>
          </a:p>
          <a:p>
            <a:pPr lvl="1">
              <a:buClr>
                <a:schemeClr val="tx1"/>
              </a:buClr>
              <a:buNone/>
              <a:tabLst>
                <a:tab pos="762000" algn="l"/>
                <a:tab pos="1143000" algn="l"/>
                <a:tab pos="1524000" algn="l"/>
                <a:tab pos="1905000" algn="l"/>
                <a:tab pos="2286000" algn="l"/>
              </a:tabLst>
            </a:pPr>
            <a:r>
              <a:rPr lang="en-US" altLang="en-US" b="1" dirty="0">
                <a:latin typeface="Courier New" panose="02070309020205020404" pitchFamily="49" charset="0"/>
                <a:cs typeface="Times New Roman" panose="02020603050405020304" pitchFamily="18" charset="0"/>
              </a:rPr>
              <a:t>			public</a:t>
            </a:r>
            <a:r>
              <a:rPr lang="en-US" altLang="en-US" dirty="0">
                <a:latin typeface="Courier New" panose="02070309020205020404" pitchFamily="49" charset="0"/>
                <a:cs typeface="Times New Roman" panose="02020603050405020304" pitchFamily="18" charset="0"/>
              </a:rPr>
              <a:t> DLL() {</a:t>
            </a:r>
            <a:br>
              <a:rPr lang="en-US" altLang="en-US" dirty="0">
                <a:latin typeface="Courier New" panose="02070309020205020404" pitchFamily="49" charset="0"/>
                <a:cs typeface="Times New Roman" panose="02020603050405020304" pitchFamily="18" charset="0"/>
              </a:rPr>
            </a:br>
            <a:r>
              <a:rPr lang="en-US" altLang="en-US" dirty="0">
                <a:latin typeface="Courier New" panose="02070309020205020404" pitchFamily="49" charset="0"/>
                <a:cs typeface="Times New Roman" panose="02020603050405020304" pitchFamily="18" charset="0"/>
              </a:rPr>
              <a:t>			</a:t>
            </a:r>
            <a:r>
              <a:rPr lang="en-US" altLang="en-US" dirty="0">
                <a:latin typeface="Courier New" panose="02070309020205020404" pitchFamily="49" charset="0"/>
                <a:cs typeface="Courier New" panose="02070309020205020404" pitchFamily="49" charset="0"/>
              </a:rPr>
              <a:t>// Construct an empty DLL.</a:t>
            </a:r>
            <a:br>
              <a:rPr lang="en-US" altLang="en-US" sz="2000" dirty="0">
                <a:latin typeface="Futura LtCn BT" pitchFamily="34" charset="0"/>
              </a:rPr>
            </a:br>
            <a:r>
              <a:rPr lang="en-US" altLang="en-US" dirty="0">
                <a:latin typeface="Courier New" panose="02070309020205020404" pitchFamily="49" charset="0"/>
                <a:cs typeface="Times New Roman" panose="02020603050405020304" pitchFamily="18" charset="0"/>
              </a:rPr>
              <a:t>			</a:t>
            </a:r>
            <a:r>
              <a:rPr lang="en-US" altLang="en-US" b="1" dirty="0">
                <a:latin typeface="Courier New" panose="02070309020205020404" pitchFamily="49" charset="0"/>
                <a:cs typeface="Courier New" panose="02070309020205020404" pitchFamily="49" charset="0"/>
              </a:rPr>
              <a:t> </a:t>
            </a:r>
            <a:r>
              <a:rPr lang="en-US" altLang="en-US" b="1" dirty="0" err="1">
                <a:latin typeface="Courier New" panose="02070309020205020404" pitchFamily="49" charset="0"/>
                <a:cs typeface="Courier New" panose="02070309020205020404" pitchFamily="49" charset="0"/>
              </a:rPr>
              <a:t>this</a:t>
            </a:r>
            <a:r>
              <a:rPr lang="en-US" altLang="en-US" dirty="0" err="1">
                <a:latin typeface="Courier New" panose="02070309020205020404" pitchFamily="49" charset="0"/>
                <a:cs typeface="Courier New" panose="02070309020205020404" pitchFamily="49" charset="0"/>
              </a:rPr>
              <a:t>.head</a:t>
            </a:r>
            <a:r>
              <a:rPr lang="en-US" altLang="en-US" dirty="0">
                <a:latin typeface="Courier New" panose="02070309020205020404" pitchFamily="49" charset="0"/>
                <a:cs typeface="Courier New" panose="02070309020205020404" pitchFamily="49" charset="0"/>
              </a:rPr>
              <a:t> = </a:t>
            </a:r>
            <a:r>
              <a:rPr lang="en-US" altLang="en-US" b="1" dirty="0" err="1">
                <a:latin typeface="Courier New" panose="02070309020205020404" pitchFamily="49" charset="0"/>
                <a:cs typeface="Courier New" panose="02070309020205020404" pitchFamily="49" charset="0"/>
              </a:rPr>
              <a:t>this</a:t>
            </a:r>
            <a:r>
              <a:rPr lang="en-US" altLang="en-US" dirty="0" err="1">
                <a:latin typeface="Courier New" panose="02070309020205020404" pitchFamily="49" charset="0"/>
                <a:cs typeface="Courier New" panose="02070309020205020404" pitchFamily="49" charset="0"/>
              </a:rPr>
              <a:t>.tail</a:t>
            </a:r>
            <a:r>
              <a:rPr lang="en-US" altLang="en-US" dirty="0">
                <a:latin typeface="Courier New" panose="02070309020205020404" pitchFamily="49" charset="0"/>
                <a:cs typeface="Courier New" panose="02070309020205020404" pitchFamily="49" charset="0"/>
              </a:rPr>
              <a:t> = </a:t>
            </a:r>
            <a:r>
              <a:rPr lang="en-US" altLang="en-US" b="1" dirty="0">
                <a:latin typeface="Courier New" panose="02070309020205020404" pitchFamily="49" charset="0"/>
                <a:cs typeface="Courier New" panose="02070309020205020404" pitchFamily="49" charset="0"/>
              </a:rPr>
              <a:t>null</a:t>
            </a:r>
            <a:r>
              <a:rPr lang="en-US" altLang="en-US" dirty="0">
                <a:latin typeface="Courier New" panose="02070309020205020404" pitchFamily="49" charset="0"/>
                <a:cs typeface="Courier New" panose="02070309020205020404" pitchFamily="49" charset="0"/>
              </a:rPr>
              <a:t>;</a:t>
            </a:r>
            <a:br>
              <a:rPr lang="en-US" altLang="en-US" dirty="0">
                <a:latin typeface="Courier New" panose="02070309020205020404" pitchFamily="49" charset="0"/>
                <a:cs typeface="Times New Roman" panose="02020603050405020304" pitchFamily="18" charset="0"/>
              </a:rPr>
            </a:br>
            <a:r>
              <a:rPr lang="en-US" altLang="en-US" dirty="0">
                <a:latin typeface="Courier New" panose="02070309020205020404" pitchFamily="49" charset="0"/>
                <a:cs typeface="Times New Roman" panose="02020603050405020304" pitchFamily="18" charset="0"/>
              </a:rPr>
              <a:t>		}</a:t>
            </a:r>
          </a:p>
          <a:p>
            <a:pPr lvl="1">
              <a:buClr>
                <a:schemeClr val="tx1"/>
              </a:buClr>
              <a:buNone/>
              <a:tabLst>
                <a:tab pos="762000" algn="l"/>
                <a:tab pos="1143000" algn="l"/>
                <a:tab pos="1524000" algn="l"/>
                <a:tab pos="1905000" algn="l"/>
                <a:tab pos="2286000" algn="l"/>
              </a:tabLst>
            </a:pPr>
            <a:r>
              <a:rPr lang="en-US" altLang="en-US" dirty="0">
                <a:latin typeface="Courier New" panose="02070309020205020404" pitchFamily="49" charset="0"/>
                <a:cs typeface="Times New Roman" panose="02020603050405020304" pitchFamily="18" charset="0"/>
              </a:rPr>
              <a:t>			</a:t>
            </a:r>
            <a:r>
              <a:rPr lang="en-US" altLang="en-US" dirty="0">
                <a:latin typeface="Courier New" panose="02070309020205020404" pitchFamily="49" charset="0"/>
                <a:cs typeface="Courier New" panose="02070309020205020404" pitchFamily="49" charset="0"/>
              </a:rPr>
              <a:t>// other DLL methods</a:t>
            </a:r>
          </a:p>
          <a:p>
            <a:pPr lvl="1">
              <a:buClr>
                <a:schemeClr val="tx1"/>
              </a:buClr>
              <a:buNone/>
              <a:tabLst>
                <a:tab pos="762000" algn="l"/>
                <a:tab pos="1143000" algn="l"/>
                <a:tab pos="1524000" algn="l"/>
                <a:tab pos="1905000" algn="l"/>
                <a:tab pos="2286000" algn="l"/>
              </a:tabLst>
            </a:pPr>
            <a:r>
              <a:rPr lang="en-US" altLang="en-US" dirty="0">
                <a:latin typeface="Courier New" panose="02070309020205020404" pitchFamily="49" charset="0"/>
                <a:cs typeface="Times New Roman" panose="02020603050405020304" pitchFamily="18" charset="0"/>
              </a:rPr>
              <a:t>	}</a:t>
            </a:r>
            <a:endParaRPr lang="en-CA" dirty="0"/>
          </a:p>
        </p:txBody>
      </p:sp>
    </p:spTree>
    <p:extLst>
      <p:ext uri="{BB962C8B-B14F-4D97-AF65-F5344CB8AC3E}">
        <p14:creationId xmlns:p14="http://schemas.microsoft.com/office/powerpoint/2010/main" val="3319649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7A599-0DCA-4B0A-873E-F2C0E7E606B7}"/>
              </a:ext>
            </a:extLst>
          </p:cNvPr>
          <p:cNvSpPr>
            <a:spLocks noGrp="1"/>
          </p:cNvSpPr>
          <p:nvPr>
            <p:ph type="title"/>
          </p:nvPr>
        </p:nvSpPr>
        <p:spPr/>
        <p:txBody>
          <a:bodyPr/>
          <a:lstStyle/>
          <a:p>
            <a:r>
              <a:rPr lang="en-US" dirty="0"/>
              <a:t>Insertion to DLL</a:t>
            </a:r>
            <a:br>
              <a:rPr lang="en-US" dirty="0"/>
            </a:br>
            <a:r>
              <a:rPr lang="en-US" dirty="0"/>
              <a:t>	</a:t>
            </a:r>
            <a:r>
              <a:rPr lang="en-US" sz="3600" dirty="0"/>
              <a:t>add(String), add(index, String)</a:t>
            </a:r>
            <a:endParaRPr lang="en-CA" dirty="0"/>
          </a:p>
        </p:txBody>
      </p:sp>
      <p:sp>
        <p:nvSpPr>
          <p:cNvPr id="3" name="Content Placeholder 2">
            <a:extLst>
              <a:ext uri="{FF2B5EF4-FFF2-40B4-BE49-F238E27FC236}">
                <a16:creationId xmlns:a16="http://schemas.microsoft.com/office/drawing/2014/main" id="{3A9929B7-FEA9-4127-83B8-BFF448B140F4}"/>
              </a:ext>
            </a:extLst>
          </p:cNvPr>
          <p:cNvSpPr>
            <a:spLocks noGrp="1"/>
          </p:cNvSpPr>
          <p:nvPr>
            <p:ph idx="1"/>
          </p:nvPr>
        </p:nvSpPr>
        <p:spPr/>
        <p:txBody>
          <a:bodyPr>
            <a:normAutofit fontScale="62500" lnSpcReduction="20000"/>
          </a:bodyPr>
          <a:lstStyle/>
          <a:p>
            <a:pPr marL="457200" indent="-457200">
              <a:buFont typeface="+mj-lt"/>
              <a:buAutoNum type="arabicPeriod"/>
            </a:pPr>
            <a:r>
              <a:rPr lang="en-US" dirty="0"/>
              <a:t>Empty list: O(1)</a:t>
            </a:r>
          </a:p>
          <a:p>
            <a:pPr marL="457200" lvl="1" indent="0">
              <a:buNone/>
            </a:pPr>
            <a:r>
              <a:rPr lang="en-US" dirty="0"/>
              <a:t>	</a:t>
            </a:r>
            <a:r>
              <a:rPr lang="en-US" dirty="0">
                <a:latin typeface="Courier New" panose="02070309020205020404" pitchFamily="49" charset="0"/>
                <a:cs typeface="Courier New" panose="02070309020205020404" pitchFamily="49" charset="0"/>
              </a:rPr>
              <a:t>head = new; </a:t>
            </a:r>
          </a:p>
          <a:p>
            <a:pPr marL="457200" lvl="1" indent="0">
              <a:buNone/>
            </a:pPr>
            <a:r>
              <a:rPr lang="en-US" dirty="0">
                <a:latin typeface="Courier New" panose="02070309020205020404" pitchFamily="49" charset="0"/>
                <a:cs typeface="Courier New" panose="02070309020205020404" pitchFamily="49" charset="0"/>
              </a:rPr>
              <a:t>	tail = new;</a:t>
            </a:r>
          </a:p>
          <a:p>
            <a:pPr marL="457200" indent="-457200">
              <a:buFont typeface="+mj-lt"/>
              <a:buAutoNum type="arabicPeriod"/>
            </a:pPr>
            <a:r>
              <a:rPr lang="en-US" dirty="0"/>
              <a:t>Head: O(1)</a:t>
            </a:r>
          </a:p>
          <a:p>
            <a:pPr marL="457200" lvl="1" indent="0">
              <a:buNone/>
            </a:pPr>
            <a:r>
              <a:rPr lang="en-US" dirty="0"/>
              <a:t>	</a:t>
            </a:r>
            <a:r>
              <a:rPr lang="en-US" dirty="0" err="1">
                <a:latin typeface="Courier New" panose="02070309020205020404" pitchFamily="49" charset="0"/>
                <a:cs typeface="Courier New" panose="02070309020205020404" pitchFamily="49" charset="0"/>
              </a:rPr>
              <a:t>new.setNext</a:t>
            </a:r>
            <a:r>
              <a:rPr lang="en-US" dirty="0">
                <a:latin typeface="Courier New" panose="02070309020205020404" pitchFamily="49" charset="0"/>
                <a:cs typeface="Courier New" panose="02070309020205020404" pitchFamily="49" charset="0"/>
              </a:rPr>
              <a:t>(head);</a:t>
            </a:r>
          </a:p>
          <a:p>
            <a:pPr marL="457200" lvl="1"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head.setPrev</a:t>
            </a:r>
            <a:r>
              <a:rPr lang="en-US" dirty="0">
                <a:latin typeface="Courier New" panose="02070309020205020404" pitchFamily="49" charset="0"/>
                <a:cs typeface="Courier New" panose="02070309020205020404" pitchFamily="49" charset="0"/>
              </a:rPr>
              <a:t>(new);</a:t>
            </a:r>
          </a:p>
          <a:p>
            <a:pPr marL="457200" lvl="1" indent="0">
              <a:buNone/>
            </a:pPr>
            <a:r>
              <a:rPr lang="en-US" dirty="0">
                <a:latin typeface="Courier New" panose="02070309020205020404" pitchFamily="49" charset="0"/>
                <a:cs typeface="Courier New" panose="02070309020205020404" pitchFamily="49" charset="0"/>
              </a:rPr>
              <a:t>	head = new;</a:t>
            </a:r>
          </a:p>
          <a:p>
            <a:pPr marL="457200" indent="-457200">
              <a:buFont typeface="+mj-lt"/>
              <a:buAutoNum type="arabicPeriod"/>
            </a:pPr>
            <a:r>
              <a:rPr lang="en-US" dirty="0"/>
              <a:t>Tail: O(1)</a:t>
            </a:r>
          </a:p>
          <a:p>
            <a:pPr marL="457200" lvl="1" indent="0">
              <a:buNone/>
            </a:pPr>
            <a:r>
              <a:rPr lang="en-US" dirty="0"/>
              <a:t>	</a:t>
            </a:r>
            <a:r>
              <a:rPr lang="en-US" dirty="0" err="1">
                <a:latin typeface="Courier New" panose="02070309020205020404" pitchFamily="49" charset="0"/>
                <a:cs typeface="Courier New" panose="02070309020205020404" pitchFamily="49" charset="0"/>
              </a:rPr>
              <a:t>tail.setNext</a:t>
            </a:r>
            <a:r>
              <a:rPr lang="en-US" dirty="0">
                <a:latin typeface="Courier New" panose="02070309020205020404" pitchFamily="49" charset="0"/>
                <a:cs typeface="Courier New" panose="02070309020205020404" pitchFamily="49" charset="0"/>
              </a:rPr>
              <a:t>(new);</a:t>
            </a:r>
          </a:p>
          <a:p>
            <a:pPr marL="457200" lvl="1"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new.setPrev</a:t>
            </a:r>
            <a:r>
              <a:rPr lang="en-US" dirty="0">
                <a:latin typeface="Courier New" panose="02070309020205020404" pitchFamily="49" charset="0"/>
                <a:cs typeface="Courier New" panose="02070309020205020404" pitchFamily="49" charset="0"/>
              </a:rPr>
              <a:t>(tail); </a:t>
            </a:r>
          </a:p>
          <a:p>
            <a:pPr marL="457200" lvl="1" indent="0">
              <a:buNone/>
            </a:pPr>
            <a:r>
              <a:rPr lang="en-US" dirty="0">
                <a:latin typeface="Courier New" panose="02070309020205020404" pitchFamily="49" charset="0"/>
                <a:cs typeface="Courier New" panose="02070309020205020404" pitchFamily="49" charset="0"/>
              </a:rPr>
              <a:t>	tail = new;</a:t>
            </a:r>
          </a:p>
          <a:p>
            <a:pPr marL="457200" indent="-457200">
              <a:buFont typeface="+mj-lt"/>
              <a:buAutoNum type="arabicPeriod"/>
            </a:pPr>
            <a:r>
              <a:rPr lang="en-US" dirty="0"/>
              <a:t>All other position: need to find the correct position first – O(n), then inserting the new node is O(1)</a:t>
            </a:r>
          </a:p>
          <a:p>
            <a:pPr lvl="1"/>
            <a:r>
              <a:rPr lang="en-US" dirty="0"/>
              <a:t>Assuming </a:t>
            </a:r>
            <a:r>
              <a:rPr lang="en-US" dirty="0" err="1"/>
              <a:t>curr</a:t>
            </a:r>
            <a:r>
              <a:rPr lang="en-US" dirty="0"/>
              <a:t> = index:</a:t>
            </a:r>
          </a:p>
          <a:p>
            <a:pPr marL="457200" lvl="1" indent="0">
              <a:buNone/>
            </a:pPr>
            <a:r>
              <a:rPr lang="en-US" dirty="0"/>
              <a:t>	</a:t>
            </a:r>
            <a:r>
              <a:rPr lang="en-US" dirty="0" err="1">
                <a:latin typeface="Courier New" panose="02070309020205020404" pitchFamily="49" charset="0"/>
                <a:cs typeface="Courier New" panose="02070309020205020404" pitchFamily="49" charset="0"/>
              </a:rPr>
              <a:t>curr.getPrev</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setNext</a:t>
            </a:r>
            <a:r>
              <a:rPr lang="en-US" dirty="0">
                <a:latin typeface="Courier New" panose="02070309020205020404" pitchFamily="49" charset="0"/>
                <a:cs typeface="Courier New" panose="02070309020205020404" pitchFamily="49" charset="0"/>
              </a:rPr>
              <a:t>(new);</a:t>
            </a:r>
          </a:p>
          <a:p>
            <a:pPr marL="457200" lvl="1"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new.setPrev</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curr.getPrev</a:t>
            </a:r>
            <a:r>
              <a:rPr lang="en-US" dirty="0">
                <a:latin typeface="Courier New" panose="02070309020205020404" pitchFamily="49" charset="0"/>
                <a:cs typeface="Courier New" panose="02070309020205020404" pitchFamily="49" charset="0"/>
              </a:rPr>
              <a:t>());</a:t>
            </a:r>
          </a:p>
          <a:p>
            <a:pPr marL="457200" lvl="1"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curr.setPrev</a:t>
            </a:r>
            <a:r>
              <a:rPr lang="en-US" dirty="0">
                <a:latin typeface="Courier New" panose="02070309020205020404" pitchFamily="49" charset="0"/>
                <a:cs typeface="Courier New" panose="02070309020205020404" pitchFamily="49" charset="0"/>
              </a:rPr>
              <a:t>(new);</a:t>
            </a:r>
          </a:p>
          <a:p>
            <a:pPr marL="457200" lvl="1"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new.setNext</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curr</a:t>
            </a:r>
            <a:r>
              <a:rPr lang="en-US" dirty="0">
                <a:latin typeface="Courier New" panose="02070309020205020404" pitchFamily="49" charset="0"/>
                <a:cs typeface="Courier New" panose="02070309020205020404" pitchFamily="49" charset="0"/>
              </a:rPr>
              <a:t>);</a:t>
            </a:r>
          </a:p>
          <a:p>
            <a:pPr lvl="1"/>
            <a:endParaRPr lang="en-CA" dirty="0"/>
          </a:p>
        </p:txBody>
      </p:sp>
    </p:spTree>
    <p:extLst>
      <p:ext uri="{BB962C8B-B14F-4D97-AF65-F5344CB8AC3E}">
        <p14:creationId xmlns:p14="http://schemas.microsoft.com/office/powerpoint/2010/main" val="16898792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7A599-0DCA-4B0A-873E-F2C0E7E606B7}"/>
              </a:ext>
            </a:extLst>
          </p:cNvPr>
          <p:cNvSpPr>
            <a:spLocks noGrp="1"/>
          </p:cNvSpPr>
          <p:nvPr>
            <p:ph type="title"/>
          </p:nvPr>
        </p:nvSpPr>
        <p:spPr/>
        <p:txBody>
          <a:bodyPr/>
          <a:lstStyle/>
          <a:p>
            <a:r>
              <a:rPr lang="en-US" dirty="0"/>
              <a:t>Deletion from DLL</a:t>
            </a:r>
            <a:br>
              <a:rPr lang="en-US" dirty="0"/>
            </a:br>
            <a:r>
              <a:rPr lang="en-US" dirty="0"/>
              <a:t>	</a:t>
            </a:r>
            <a:r>
              <a:rPr lang="en-US" sz="3600" dirty="0"/>
              <a:t>remove(String), remove(index)</a:t>
            </a:r>
            <a:endParaRPr lang="en-CA" dirty="0"/>
          </a:p>
        </p:txBody>
      </p:sp>
      <p:sp>
        <p:nvSpPr>
          <p:cNvPr id="3" name="Content Placeholder 2">
            <a:extLst>
              <a:ext uri="{FF2B5EF4-FFF2-40B4-BE49-F238E27FC236}">
                <a16:creationId xmlns:a16="http://schemas.microsoft.com/office/drawing/2014/main" id="{3A9929B7-FEA9-4127-83B8-BFF448B140F4}"/>
              </a:ext>
            </a:extLst>
          </p:cNvPr>
          <p:cNvSpPr>
            <a:spLocks noGrp="1"/>
          </p:cNvSpPr>
          <p:nvPr>
            <p:ph idx="1"/>
          </p:nvPr>
        </p:nvSpPr>
        <p:spPr/>
        <p:txBody>
          <a:bodyPr>
            <a:normAutofit fontScale="85000" lnSpcReduction="20000"/>
          </a:bodyPr>
          <a:lstStyle/>
          <a:p>
            <a:pPr marL="457200" indent="-457200">
              <a:buFont typeface="+mj-lt"/>
              <a:buAutoNum type="arabicPeriod"/>
            </a:pPr>
            <a:r>
              <a:rPr lang="en-US" dirty="0"/>
              <a:t>One node in list: O(1)</a:t>
            </a:r>
          </a:p>
          <a:p>
            <a:pPr marL="457200" lvl="1" indent="0">
              <a:buNone/>
            </a:pPr>
            <a:r>
              <a:rPr lang="en-US" dirty="0"/>
              <a:t>	</a:t>
            </a:r>
            <a:r>
              <a:rPr lang="en-US" dirty="0">
                <a:latin typeface="Courier New" panose="02070309020205020404" pitchFamily="49" charset="0"/>
                <a:cs typeface="Courier New" panose="02070309020205020404" pitchFamily="49" charset="0"/>
              </a:rPr>
              <a:t>head = null; </a:t>
            </a:r>
          </a:p>
          <a:p>
            <a:pPr marL="457200" lvl="1" indent="0">
              <a:buNone/>
            </a:pPr>
            <a:r>
              <a:rPr lang="en-US" dirty="0">
                <a:latin typeface="Courier New" panose="02070309020205020404" pitchFamily="49" charset="0"/>
                <a:cs typeface="Courier New" panose="02070309020205020404" pitchFamily="49" charset="0"/>
              </a:rPr>
              <a:t>	tail = null;</a:t>
            </a:r>
          </a:p>
          <a:p>
            <a:pPr marL="457200" indent="-457200">
              <a:buFont typeface="+mj-lt"/>
              <a:buAutoNum type="arabicPeriod"/>
            </a:pPr>
            <a:r>
              <a:rPr lang="en-US" dirty="0"/>
              <a:t>Head: O(1)</a:t>
            </a:r>
          </a:p>
          <a:p>
            <a:pPr marL="457200" lvl="1" indent="0">
              <a:buNone/>
            </a:pPr>
            <a:r>
              <a:rPr lang="en-US" dirty="0"/>
              <a:t>	</a:t>
            </a:r>
            <a:r>
              <a:rPr lang="en-US" dirty="0" err="1">
                <a:latin typeface="Courier New" panose="02070309020205020404" pitchFamily="49" charset="0"/>
                <a:cs typeface="Courier New" panose="02070309020205020404" pitchFamily="49" charset="0"/>
              </a:rPr>
              <a:t>head.getNext</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setPrev</a:t>
            </a:r>
            <a:r>
              <a:rPr lang="en-US" dirty="0">
                <a:latin typeface="Courier New" panose="02070309020205020404" pitchFamily="49" charset="0"/>
                <a:cs typeface="Courier New" panose="02070309020205020404" pitchFamily="49" charset="0"/>
              </a:rPr>
              <a:t>(null);</a:t>
            </a:r>
          </a:p>
          <a:p>
            <a:pPr marL="457200" lvl="1" indent="0">
              <a:buNone/>
            </a:pPr>
            <a:r>
              <a:rPr lang="en-US" dirty="0">
                <a:latin typeface="Courier New" panose="02070309020205020404" pitchFamily="49" charset="0"/>
                <a:cs typeface="Courier New" panose="02070309020205020404" pitchFamily="49" charset="0"/>
              </a:rPr>
              <a:t>	head = </a:t>
            </a:r>
            <a:r>
              <a:rPr lang="en-US" dirty="0" err="1">
                <a:latin typeface="Courier New" panose="02070309020205020404" pitchFamily="49" charset="0"/>
                <a:cs typeface="Courier New" panose="02070309020205020404" pitchFamily="49" charset="0"/>
              </a:rPr>
              <a:t>head.getNext</a:t>
            </a:r>
            <a:r>
              <a:rPr lang="en-US" dirty="0">
                <a:latin typeface="Courier New" panose="02070309020205020404" pitchFamily="49" charset="0"/>
                <a:cs typeface="Courier New" panose="02070309020205020404" pitchFamily="49" charset="0"/>
              </a:rPr>
              <a:t>();</a:t>
            </a:r>
          </a:p>
          <a:p>
            <a:pPr marL="457200" indent="-457200">
              <a:buFont typeface="+mj-lt"/>
              <a:buAutoNum type="arabicPeriod"/>
            </a:pPr>
            <a:r>
              <a:rPr lang="en-US" dirty="0"/>
              <a:t>Tail: O(1)</a:t>
            </a:r>
          </a:p>
          <a:p>
            <a:pPr marL="457200" lvl="1"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tail.getPrev</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setNext</a:t>
            </a:r>
            <a:r>
              <a:rPr lang="en-US" dirty="0">
                <a:latin typeface="Courier New" panose="02070309020205020404" pitchFamily="49" charset="0"/>
                <a:cs typeface="Courier New" panose="02070309020205020404" pitchFamily="49" charset="0"/>
              </a:rPr>
              <a:t>(null); </a:t>
            </a:r>
          </a:p>
          <a:p>
            <a:pPr marL="457200" lvl="1" indent="0">
              <a:buNone/>
            </a:pPr>
            <a:r>
              <a:rPr lang="en-US" dirty="0">
                <a:latin typeface="Courier New" panose="02070309020205020404" pitchFamily="49" charset="0"/>
                <a:cs typeface="Courier New" panose="02070309020205020404" pitchFamily="49" charset="0"/>
              </a:rPr>
              <a:t>	tail = </a:t>
            </a:r>
            <a:r>
              <a:rPr lang="en-US" dirty="0" err="1">
                <a:latin typeface="Courier New" panose="02070309020205020404" pitchFamily="49" charset="0"/>
                <a:cs typeface="Courier New" panose="02070309020205020404" pitchFamily="49" charset="0"/>
              </a:rPr>
              <a:t>tail.getPrev</a:t>
            </a:r>
            <a:r>
              <a:rPr lang="en-US" dirty="0">
                <a:latin typeface="Courier New" panose="02070309020205020404" pitchFamily="49" charset="0"/>
                <a:cs typeface="Courier New" panose="02070309020205020404" pitchFamily="49" charset="0"/>
              </a:rPr>
              <a:t>();</a:t>
            </a:r>
          </a:p>
          <a:p>
            <a:pPr marL="457200" indent="-457200">
              <a:buFont typeface="+mj-lt"/>
              <a:buAutoNum type="arabicPeriod"/>
            </a:pPr>
            <a:r>
              <a:rPr lang="en-US" dirty="0"/>
              <a:t>All other position: need to find the correct position first – O(n), then deleting the node is O(1)</a:t>
            </a:r>
          </a:p>
          <a:p>
            <a:pPr lvl="1"/>
            <a:r>
              <a:rPr lang="en-US" dirty="0"/>
              <a:t>Assuming </a:t>
            </a:r>
            <a:r>
              <a:rPr lang="en-US" dirty="0" err="1"/>
              <a:t>curr</a:t>
            </a:r>
            <a:r>
              <a:rPr lang="en-US" dirty="0"/>
              <a:t> = index:</a:t>
            </a:r>
          </a:p>
          <a:p>
            <a:pPr marL="457200" lvl="1" indent="0">
              <a:buNone/>
            </a:pPr>
            <a:r>
              <a:rPr lang="en-US" dirty="0"/>
              <a:t>	</a:t>
            </a:r>
            <a:r>
              <a:rPr lang="en-US" dirty="0" err="1">
                <a:latin typeface="Courier New" panose="02070309020205020404" pitchFamily="49" charset="0"/>
                <a:cs typeface="Courier New" panose="02070309020205020404" pitchFamily="49" charset="0"/>
              </a:rPr>
              <a:t>curr.getPrev</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setNext</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curr.getNext</a:t>
            </a:r>
            <a:r>
              <a:rPr lang="en-US" dirty="0">
                <a:latin typeface="Courier New" panose="02070309020205020404" pitchFamily="49" charset="0"/>
                <a:cs typeface="Courier New" panose="02070309020205020404" pitchFamily="49" charset="0"/>
              </a:rPr>
              <a:t>());</a:t>
            </a:r>
          </a:p>
          <a:p>
            <a:pPr marL="457200" lvl="1"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curr.getNext</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setPrev</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curr.getPrev</a:t>
            </a:r>
            <a:r>
              <a:rPr lang="en-US" dirty="0">
                <a:latin typeface="Courier New" panose="02070309020205020404" pitchFamily="49" charset="0"/>
                <a:cs typeface="Courier New" panose="02070309020205020404" pitchFamily="49" charset="0"/>
              </a:rPr>
              <a:t>());</a:t>
            </a:r>
            <a:endParaRPr lang="en-CA"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0430271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C5AB7-DAD7-4B11-8171-F19FDEE4F074}"/>
              </a:ext>
            </a:extLst>
          </p:cNvPr>
          <p:cNvSpPr>
            <a:spLocks noGrp="1"/>
          </p:cNvSpPr>
          <p:nvPr>
            <p:ph type="title"/>
          </p:nvPr>
        </p:nvSpPr>
        <p:spPr/>
        <p:txBody>
          <a:bodyPr/>
          <a:lstStyle/>
          <a:p>
            <a:r>
              <a:rPr lang="en-US" dirty="0"/>
              <a:t>Sorting using DLL</a:t>
            </a:r>
            <a:endParaRPr lang="en-CA" dirty="0"/>
          </a:p>
        </p:txBody>
      </p:sp>
      <p:sp>
        <p:nvSpPr>
          <p:cNvPr id="3" name="Content Placeholder 2">
            <a:extLst>
              <a:ext uri="{FF2B5EF4-FFF2-40B4-BE49-F238E27FC236}">
                <a16:creationId xmlns:a16="http://schemas.microsoft.com/office/drawing/2014/main" id="{4368F8F4-E4EA-4343-A37C-873A244E3358}"/>
              </a:ext>
            </a:extLst>
          </p:cNvPr>
          <p:cNvSpPr>
            <a:spLocks noGrp="1"/>
          </p:cNvSpPr>
          <p:nvPr>
            <p:ph idx="1"/>
          </p:nvPr>
        </p:nvSpPr>
        <p:spPr/>
        <p:txBody>
          <a:bodyPr>
            <a:normAutofit lnSpcReduction="10000"/>
          </a:bodyPr>
          <a:lstStyle/>
          <a:p>
            <a:r>
              <a:rPr lang="en-US" dirty="0"/>
              <a:t>Swapping of elements is similar to SLL</a:t>
            </a:r>
          </a:p>
          <a:p>
            <a:pPr lvl="1"/>
            <a:r>
              <a:rPr lang="en-US" dirty="0"/>
              <a:t>Finding the elements – O(n) b</a:t>
            </a:r>
            <a:r>
              <a:rPr lang="en-CA" dirty="0" err="1"/>
              <a:t>ut</a:t>
            </a:r>
            <a:r>
              <a:rPr lang="en-CA" dirty="0"/>
              <a:t> we don’t need to find the predecessors now!</a:t>
            </a:r>
          </a:p>
          <a:p>
            <a:pPr lvl="1"/>
            <a:r>
              <a:rPr lang="en-CA" dirty="0"/>
              <a:t>Assuming A and B are the elements to be swapped</a:t>
            </a:r>
          </a:p>
          <a:p>
            <a:pPr marL="457200" lvl="1" indent="0">
              <a:buNone/>
            </a:pPr>
            <a:r>
              <a:rPr lang="en-CA" dirty="0"/>
              <a:t>	</a:t>
            </a:r>
            <a:r>
              <a:rPr lang="en-CA" dirty="0">
                <a:latin typeface="Courier New" panose="02070309020205020404" pitchFamily="49" charset="0"/>
                <a:cs typeface="Courier New" panose="02070309020205020404" pitchFamily="49" charset="0"/>
              </a:rPr>
              <a:t>temp = </a:t>
            </a:r>
            <a:r>
              <a:rPr lang="en-CA" dirty="0" err="1">
                <a:latin typeface="Courier New" panose="02070309020205020404" pitchFamily="49" charset="0"/>
                <a:cs typeface="Courier New" panose="02070309020205020404" pitchFamily="49" charset="0"/>
              </a:rPr>
              <a:t>A.getNext</a:t>
            </a:r>
            <a:r>
              <a:rPr lang="en-CA" dirty="0">
                <a:latin typeface="Courier New" panose="02070309020205020404" pitchFamily="49" charset="0"/>
                <a:cs typeface="Courier New" panose="02070309020205020404" pitchFamily="49" charset="0"/>
              </a:rPr>
              <a:t>();</a:t>
            </a:r>
          </a:p>
          <a:p>
            <a:pPr marL="457200" lvl="1" indent="0">
              <a:buNone/>
            </a:pPr>
            <a:r>
              <a:rPr lang="en-CA" dirty="0">
                <a:latin typeface="Courier New" panose="02070309020205020404" pitchFamily="49" charset="0"/>
                <a:cs typeface="Courier New" panose="02070309020205020404" pitchFamily="49" charset="0"/>
              </a:rPr>
              <a:t>	</a:t>
            </a:r>
            <a:r>
              <a:rPr lang="en-CA" dirty="0" err="1">
                <a:latin typeface="Courier New" panose="02070309020205020404" pitchFamily="49" charset="0"/>
                <a:cs typeface="Courier New" panose="02070309020205020404" pitchFamily="49" charset="0"/>
              </a:rPr>
              <a:t>A.setNext</a:t>
            </a:r>
            <a:r>
              <a:rPr lang="en-CA" dirty="0">
                <a:latin typeface="Courier New" panose="02070309020205020404" pitchFamily="49" charset="0"/>
                <a:cs typeface="Courier New" panose="02070309020205020404" pitchFamily="49" charset="0"/>
              </a:rPr>
              <a:t>(</a:t>
            </a:r>
            <a:r>
              <a:rPr lang="en-CA" dirty="0" err="1">
                <a:latin typeface="Courier New" panose="02070309020205020404" pitchFamily="49" charset="0"/>
                <a:cs typeface="Courier New" panose="02070309020205020404" pitchFamily="49" charset="0"/>
              </a:rPr>
              <a:t>B.getNext</a:t>
            </a:r>
            <a:r>
              <a:rPr lang="en-CA" dirty="0">
                <a:latin typeface="Courier New" panose="02070309020205020404" pitchFamily="49" charset="0"/>
                <a:cs typeface="Courier New" panose="02070309020205020404" pitchFamily="49" charset="0"/>
              </a:rPr>
              <a:t>());</a:t>
            </a:r>
          </a:p>
          <a:p>
            <a:pPr marL="457200" lvl="1" indent="0">
              <a:buNone/>
            </a:pPr>
            <a:r>
              <a:rPr lang="en-CA" dirty="0">
                <a:latin typeface="Courier New" panose="02070309020205020404" pitchFamily="49" charset="0"/>
                <a:cs typeface="Courier New" panose="02070309020205020404" pitchFamily="49" charset="0"/>
              </a:rPr>
              <a:t>	</a:t>
            </a:r>
            <a:r>
              <a:rPr lang="en-CA" dirty="0" err="1">
                <a:latin typeface="Courier New" panose="02070309020205020404" pitchFamily="49" charset="0"/>
                <a:cs typeface="Courier New" panose="02070309020205020404" pitchFamily="49" charset="0"/>
              </a:rPr>
              <a:t>B.setNext</a:t>
            </a:r>
            <a:r>
              <a:rPr lang="en-CA" dirty="0">
                <a:latin typeface="Courier New" panose="02070309020205020404" pitchFamily="49" charset="0"/>
                <a:cs typeface="Courier New" panose="02070309020205020404" pitchFamily="49" charset="0"/>
              </a:rPr>
              <a:t>(temp);</a:t>
            </a:r>
          </a:p>
          <a:p>
            <a:pPr marL="457200" lvl="1" indent="0">
              <a:buNone/>
            </a:pPr>
            <a:r>
              <a:rPr lang="en-CA" dirty="0">
                <a:latin typeface="Courier New" panose="02070309020205020404" pitchFamily="49" charset="0"/>
                <a:cs typeface="Courier New" panose="02070309020205020404" pitchFamily="49" charset="0"/>
              </a:rPr>
              <a:t>	// fix head/tail as needed</a:t>
            </a:r>
          </a:p>
          <a:p>
            <a:pPr lvl="1"/>
            <a:endParaRPr lang="en-US" dirty="0"/>
          </a:p>
          <a:p>
            <a:r>
              <a:rPr lang="en-US" dirty="0"/>
              <a:t>DLL performs better than SLL, trade-off being the extra overhead to maintain the bidirectional links</a:t>
            </a:r>
            <a:endParaRPr lang="en-CA" dirty="0"/>
          </a:p>
          <a:p>
            <a:pPr lvl="1"/>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3291907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B2D819-E1BC-486A-A5C4-89785D01BCD7}"/>
              </a:ext>
            </a:extLst>
          </p:cNvPr>
          <p:cNvSpPr>
            <a:spLocks noGrp="1"/>
          </p:cNvSpPr>
          <p:nvPr>
            <p:ph type="title"/>
          </p:nvPr>
        </p:nvSpPr>
        <p:spPr/>
        <p:txBody>
          <a:bodyPr/>
          <a:lstStyle/>
          <a:p>
            <a:r>
              <a:rPr lang="en-US" dirty="0"/>
              <a:t>Arrays vs. Linked Lists</a:t>
            </a:r>
            <a:endParaRPr lang="en-CA" dirty="0"/>
          </a:p>
        </p:txBody>
      </p:sp>
      <p:graphicFrame>
        <p:nvGraphicFramePr>
          <p:cNvPr id="4" name="Table 4">
            <a:extLst>
              <a:ext uri="{FF2B5EF4-FFF2-40B4-BE49-F238E27FC236}">
                <a16:creationId xmlns:a16="http://schemas.microsoft.com/office/drawing/2014/main" id="{F3D5B8D4-ADDC-4114-B329-C5BAA22AE313}"/>
              </a:ext>
            </a:extLst>
          </p:cNvPr>
          <p:cNvGraphicFramePr>
            <a:graphicFrameLocks noGrp="1"/>
          </p:cNvGraphicFramePr>
          <p:nvPr>
            <p:ph idx="1"/>
            <p:extLst>
              <p:ext uri="{D42A27DB-BD31-4B8C-83A1-F6EECF244321}">
                <p14:modId xmlns:p14="http://schemas.microsoft.com/office/powerpoint/2010/main" val="2736315851"/>
              </p:ext>
            </p:extLst>
          </p:nvPr>
        </p:nvGraphicFramePr>
        <p:xfrm>
          <a:off x="838200" y="1887872"/>
          <a:ext cx="10515600" cy="4082432"/>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3715155824"/>
                    </a:ext>
                  </a:extLst>
                </a:gridCol>
                <a:gridCol w="5257800">
                  <a:extLst>
                    <a:ext uri="{9D8B030D-6E8A-4147-A177-3AD203B41FA5}">
                      <a16:colId xmlns:a16="http://schemas.microsoft.com/office/drawing/2014/main" val="2466521531"/>
                    </a:ext>
                  </a:extLst>
                </a:gridCol>
              </a:tblGrid>
              <a:tr h="381936">
                <a:tc>
                  <a:txBody>
                    <a:bodyPr/>
                    <a:lstStyle/>
                    <a:p>
                      <a:pPr algn="ctr"/>
                      <a:r>
                        <a:rPr lang="en-US" sz="2800" dirty="0"/>
                        <a:t>Arrays</a:t>
                      </a:r>
                      <a:endParaRPr lang="en-CA" sz="2800" dirty="0"/>
                    </a:p>
                  </a:txBody>
                  <a:tcPr/>
                </a:tc>
                <a:tc>
                  <a:txBody>
                    <a:bodyPr/>
                    <a:lstStyle/>
                    <a:p>
                      <a:pPr algn="ctr"/>
                      <a:r>
                        <a:rPr lang="en-US" sz="2800" dirty="0"/>
                        <a:t>Linked lists</a:t>
                      </a:r>
                      <a:endParaRPr lang="en-CA" sz="2800" dirty="0"/>
                    </a:p>
                  </a:txBody>
                  <a:tcPr/>
                </a:tc>
                <a:extLst>
                  <a:ext uri="{0D108BD9-81ED-4DB2-BD59-A6C34878D82A}">
                    <a16:rowId xmlns:a16="http://schemas.microsoft.com/office/drawing/2014/main" val="633740737"/>
                  </a:ext>
                </a:extLst>
              </a:tr>
              <a:tr h="621891">
                <a:tc>
                  <a:txBody>
                    <a:bodyPr/>
                    <a:lstStyle/>
                    <a:p>
                      <a:r>
                        <a:rPr lang="en-US" sz="2400" dirty="0"/>
                        <a:t>Sequential or Random Access – O(1)</a:t>
                      </a:r>
                      <a:endParaRPr lang="en-CA" sz="2400" dirty="0"/>
                    </a:p>
                  </a:txBody>
                  <a:tcPr/>
                </a:tc>
                <a:tc>
                  <a:txBody>
                    <a:bodyPr/>
                    <a:lstStyle/>
                    <a:p>
                      <a:r>
                        <a:rPr lang="en-US" sz="2400" dirty="0"/>
                        <a:t>Sequential Access Only – O(n)</a:t>
                      </a:r>
                      <a:endParaRPr lang="en-CA" sz="2400" dirty="0"/>
                    </a:p>
                  </a:txBody>
                  <a:tcPr/>
                </a:tc>
                <a:extLst>
                  <a:ext uri="{0D108BD9-81ED-4DB2-BD59-A6C34878D82A}">
                    <a16:rowId xmlns:a16="http://schemas.microsoft.com/office/drawing/2014/main" val="3080280991"/>
                  </a:ext>
                </a:extLst>
              </a:tr>
              <a:tr h="1073402">
                <a:tc>
                  <a:txBody>
                    <a:bodyPr/>
                    <a:lstStyle/>
                    <a:p>
                      <a:r>
                        <a:rPr lang="en-US" sz="2400" dirty="0"/>
                        <a:t>No overhead </a:t>
                      </a:r>
                      <a:endParaRPr lang="en-CA" sz="2400" dirty="0"/>
                    </a:p>
                  </a:txBody>
                  <a:tcPr/>
                </a:tc>
                <a:tc>
                  <a:txBody>
                    <a:bodyPr/>
                    <a:lstStyle/>
                    <a:p>
                      <a:r>
                        <a:rPr lang="en-US" sz="2400" dirty="0"/>
                        <a:t>Overhead for metadata and infrastructure to support links</a:t>
                      </a:r>
                      <a:endParaRPr lang="en-CA" sz="2400" dirty="0"/>
                    </a:p>
                  </a:txBody>
                  <a:tcPr/>
                </a:tc>
                <a:extLst>
                  <a:ext uri="{0D108BD9-81ED-4DB2-BD59-A6C34878D82A}">
                    <a16:rowId xmlns:a16="http://schemas.microsoft.com/office/drawing/2014/main" val="1193641871"/>
                  </a:ext>
                </a:extLst>
              </a:tr>
              <a:tr h="898230">
                <a:tc>
                  <a:txBody>
                    <a:bodyPr/>
                    <a:lstStyle/>
                    <a:p>
                      <a:r>
                        <a:rPr lang="en-US" sz="2400" dirty="0"/>
                        <a:t>Static size (“growable” is an illusion)</a:t>
                      </a:r>
                      <a:endParaRPr lang="en-CA" sz="2400" dirty="0"/>
                    </a:p>
                  </a:txBody>
                  <a:tcPr/>
                </a:tc>
                <a:tc>
                  <a:txBody>
                    <a:bodyPr/>
                    <a:lstStyle/>
                    <a:p>
                      <a:r>
                        <a:rPr lang="en-US" sz="2400" dirty="0"/>
                        <a:t>Variable size, easy to grow or shrink as needed</a:t>
                      </a:r>
                      <a:endParaRPr lang="en-CA" sz="2400" dirty="0"/>
                    </a:p>
                  </a:txBody>
                  <a:tcPr/>
                </a:tc>
                <a:extLst>
                  <a:ext uri="{0D108BD9-81ED-4DB2-BD59-A6C34878D82A}">
                    <a16:rowId xmlns:a16="http://schemas.microsoft.com/office/drawing/2014/main" val="1522353389"/>
                  </a:ext>
                </a:extLst>
              </a:tr>
              <a:tr h="970749">
                <a:tc>
                  <a:txBody>
                    <a:bodyPr/>
                    <a:lstStyle/>
                    <a:p>
                      <a:r>
                        <a:rPr lang="en-US" sz="2400" dirty="0"/>
                        <a:t>Add/remove operations are expensive – must shift all elements – O(n)</a:t>
                      </a:r>
                      <a:endParaRPr lang="en-CA" sz="2400" dirty="0"/>
                    </a:p>
                  </a:txBody>
                  <a:tcPr/>
                </a:tc>
                <a:tc>
                  <a:txBody>
                    <a:bodyPr/>
                    <a:lstStyle/>
                    <a:p>
                      <a:r>
                        <a:rPr lang="en-US" sz="2400" dirty="0"/>
                        <a:t>Add/remove operations are fast – just need to change the links – O(1)</a:t>
                      </a:r>
                      <a:endParaRPr lang="en-CA" sz="2400" dirty="0"/>
                    </a:p>
                  </a:txBody>
                  <a:tcPr/>
                </a:tc>
                <a:extLst>
                  <a:ext uri="{0D108BD9-81ED-4DB2-BD59-A6C34878D82A}">
                    <a16:rowId xmlns:a16="http://schemas.microsoft.com/office/drawing/2014/main" val="1440529362"/>
                  </a:ext>
                </a:extLst>
              </a:tr>
            </a:tbl>
          </a:graphicData>
        </a:graphic>
      </p:graphicFrame>
    </p:spTree>
    <p:extLst>
      <p:ext uri="{BB962C8B-B14F-4D97-AF65-F5344CB8AC3E}">
        <p14:creationId xmlns:p14="http://schemas.microsoft.com/office/powerpoint/2010/main" val="20451774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1666C-6187-423D-9D6F-01341A97D558}"/>
              </a:ext>
            </a:extLst>
          </p:cNvPr>
          <p:cNvSpPr>
            <a:spLocks noGrp="1"/>
          </p:cNvSpPr>
          <p:nvPr>
            <p:ph type="title"/>
          </p:nvPr>
        </p:nvSpPr>
        <p:spPr/>
        <p:txBody>
          <a:bodyPr/>
          <a:lstStyle/>
          <a:p>
            <a:r>
              <a:rPr lang="en-US" altLang="en-US" dirty="0"/>
              <a:t>Java Lists</a:t>
            </a:r>
            <a:endParaRPr lang="en-CA" dirty="0"/>
          </a:p>
        </p:txBody>
      </p:sp>
      <p:sp>
        <p:nvSpPr>
          <p:cNvPr id="195" name="Content Placeholder 194">
            <a:extLst>
              <a:ext uri="{FF2B5EF4-FFF2-40B4-BE49-F238E27FC236}">
                <a16:creationId xmlns:a16="http://schemas.microsoft.com/office/drawing/2014/main" id="{30853F6B-FAA4-43B7-B7B7-A04DBBC0EB2E}"/>
              </a:ext>
            </a:extLst>
          </p:cNvPr>
          <p:cNvSpPr>
            <a:spLocks noGrp="1"/>
          </p:cNvSpPr>
          <p:nvPr>
            <p:ph idx="1"/>
          </p:nvPr>
        </p:nvSpPr>
        <p:spPr/>
        <p:txBody>
          <a:bodyPr/>
          <a:lstStyle/>
          <a:p>
            <a:pPr>
              <a:tabLst>
                <a:tab pos="762000" algn="l"/>
                <a:tab pos="1143000" algn="l"/>
              </a:tabLst>
            </a:pPr>
            <a:r>
              <a:rPr lang="en-US" altLang="en-US" dirty="0">
                <a:cs typeface="Times New Roman" panose="02020603050405020304" pitchFamily="18" charset="0"/>
              </a:rPr>
              <a:t>Java provides the interface </a:t>
            </a:r>
            <a:r>
              <a:rPr lang="en-US" altLang="en-US" dirty="0" err="1">
                <a:latin typeface="Tahoma" panose="020B0604030504040204" pitchFamily="34" charset="0"/>
                <a:cs typeface="Times New Roman" panose="02020603050405020304" pitchFamily="18" charset="0"/>
              </a:rPr>
              <a:t>java.util.List</a:t>
            </a:r>
            <a:endParaRPr lang="en-US" altLang="en-US" dirty="0">
              <a:cs typeface="Times New Roman" panose="02020603050405020304" pitchFamily="18" charset="0"/>
            </a:endParaRPr>
          </a:p>
          <a:p>
            <a:pPr lvl="1">
              <a:tabLst>
                <a:tab pos="762000" algn="l"/>
                <a:tab pos="1143000" algn="l"/>
              </a:tabLst>
            </a:pPr>
            <a:r>
              <a:rPr lang="en-US" altLang="en-US" dirty="0" err="1">
                <a:latin typeface="Tahoma" panose="020B0604030504040204" pitchFamily="34" charset="0"/>
                <a:cs typeface="Times New Roman" panose="02020603050405020304" pitchFamily="18" charset="0"/>
              </a:rPr>
              <a:t>java.util.ArrayList</a:t>
            </a:r>
            <a:r>
              <a:rPr lang="en-US" altLang="en-US" dirty="0">
                <a:cs typeface="Times New Roman" panose="02020603050405020304" pitchFamily="18" charset="0"/>
              </a:rPr>
              <a:t> implements the </a:t>
            </a:r>
            <a:r>
              <a:rPr lang="en-US" altLang="en-US" dirty="0" err="1">
                <a:latin typeface="Tahoma" panose="020B0604030504040204" pitchFamily="34" charset="0"/>
                <a:cs typeface="Times New Roman" panose="02020603050405020304" pitchFamily="18" charset="0"/>
              </a:rPr>
              <a:t>java.util.List</a:t>
            </a:r>
            <a:r>
              <a:rPr lang="en-US" altLang="en-US" dirty="0">
                <a:cs typeface="Times New Roman" panose="02020603050405020304" pitchFamily="18" charset="0"/>
              </a:rPr>
              <a:t> interface representing each list by an array</a:t>
            </a:r>
          </a:p>
          <a:p>
            <a:pPr lvl="1">
              <a:tabLst>
                <a:tab pos="762000" algn="l"/>
                <a:tab pos="1143000" algn="l"/>
              </a:tabLst>
            </a:pPr>
            <a:r>
              <a:rPr lang="en-US" altLang="en-US" dirty="0" err="1">
                <a:latin typeface="Tahoma" panose="020B0604030504040204" pitchFamily="34" charset="0"/>
                <a:cs typeface="Times New Roman" panose="02020603050405020304" pitchFamily="18" charset="0"/>
              </a:rPr>
              <a:t>java.util.LinkedList</a:t>
            </a:r>
            <a:r>
              <a:rPr lang="en-US" altLang="en-US" dirty="0">
                <a:latin typeface="Tahoma" panose="020B0604030504040204" pitchFamily="34" charset="0"/>
                <a:cs typeface="Times New Roman" panose="02020603050405020304" pitchFamily="18" charset="0"/>
              </a:rPr>
              <a:t> </a:t>
            </a:r>
            <a:r>
              <a:rPr lang="en-US" altLang="en-US" dirty="0">
                <a:cs typeface="Times New Roman" panose="02020603050405020304" pitchFamily="18" charset="0"/>
              </a:rPr>
              <a:t>implements the </a:t>
            </a:r>
            <a:r>
              <a:rPr lang="en-US" altLang="en-US" dirty="0" err="1">
                <a:latin typeface="Tahoma" panose="020B0604030504040204" pitchFamily="34" charset="0"/>
                <a:cs typeface="Times New Roman" panose="02020603050405020304" pitchFamily="18" charset="0"/>
              </a:rPr>
              <a:t>java.util.List</a:t>
            </a:r>
            <a:r>
              <a:rPr lang="en-US" altLang="en-US" dirty="0">
                <a:cs typeface="Times New Roman" panose="02020603050405020304" pitchFamily="18" charset="0"/>
              </a:rPr>
              <a:t> interface representing each list by a DLL</a:t>
            </a:r>
          </a:p>
          <a:p>
            <a:endParaRPr lang="en-CA" dirty="0"/>
          </a:p>
        </p:txBody>
      </p:sp>
      <p:pic>
        <p:nvPicPr>
          <p:cNvPr id="197" name="Picture 196">
            <a:extLst>
              <a:ext uri="{FF2B5EF4-FFF2-40B4-BE49-F238E27FC236}">
                <a16:creationId xmlns:a16="http://schemas.microsoft.com/office/drawing/2014/main" id="{5DE53B26-58D6-4137-907A-D8DB186567CC}"/>
              </a:ext>
            </a:extLst>
          </p:cNvPr>
          <p:cNvPicPr>
            <a:picLocks noChangeAspect="1"/>
          </p:cNvPicPr>
          <p:nvPr/>
        </p:nvPicPr>
        <p:blipFill>
          <a:blip r:embed="rId3"/>
          <a:stretch>
            <a:fillRect/>
          </a:stretch>
        </p:blipFill>
        <p:spPr>
          <a:xfrm>
            <a:off x="400050" y="3828965"/>
            <a:ext cx="11391900" cy="2200275"/>
          </a:xfrm>
          <a:prstGeom prst="rect">
            <a:avLst/>
          </a:prstGeom>
        </p:spPr>
      </p:pic>
    </p:spTree>
    <p:extLst>
      <p:ext uri="{BB962C8B-B14F-4D97-AF65-F5344CB8AC3E}">
        <p14:creationId xmlns:p14="http://schemas.microsoft.com/office/powerpoint/2010/main" val="34295752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496F4-3264-473C-8E71-78A3CCF7C821}"/>
              </a:ext>
            </a:extLst>
          </p:cNvPr>
          <p:cNvSpPr>
            <a:spLocks noGrp="1"/>
          </p:cNvSpPr>
          <p:nvPr>
            <p:ph type="title"/>
          </p:nvPr>
        </p:nvSpPr>
        <p:spPr/>
        <p:txBody>
          <a:bodyPr/>
          <a:lstStyle/>
          <a:p>
            <a:r>
              <a:rPr lang="en-US" dirty="0"/>
              <a:t>Which is better?</a:t>
            </a:r>
            <a:endParaRPr lang="en-CA" dirty="0"/>
          </a:p>
        </p:txBody>
      </p:sp>
      <p:sp>
        <p:nvSpPr>
          <p:cNvPr id="3" name="Content Placeholder 2">
            <a:extLst>
              <a:ext uri="{FF2B5EF4-FFF2-40B4-BE49-F238E27FC236}">
                <a16:creationId xmlns:a16="http://schemas.microsoft.com/office/drawing/2014/main" id="{87B21235-DC32-4B4D-9809-7336C2349345}"/>
              </a:ext>
            </a:extLst>
          </p:cNvPr>
          <p:cNvSpPr>
            <a:spLocks noGrp="1"/>
          </p:cNvSpPr>
          <p:nvPr>
            <p:ph idx="1"/>
          </p:nvPr>
        </p:nvSpPr>
        <p:spPr/>
        <p:txBody>
          <a:bodyPr/>
          <a:lstStyle/>
          <a:p>
            <a:r>
              <a:rPr lang="en-US" dirty="0"/>
              <a:t>It depends!</a:t>
            </a:r>
          </a:p>
          <a:p>
            <a:pPr lvl="1"/>
            <a:r>
              <a:rPr lang="en-US" dirty="0"/>
              <a:t>What is the problem you’re solving</a:t>
            </a:r>
          </a:p>
          <a:p>
            <a:pPr lvl="1"/>
            <a:r>
              <a:rPr lang="en-US" dirty="0"/>
              <a:t>What type of operations are required</a:t>
            </a:r>
          </a:p>
          <a:p>
            <a:pPr lvl="1"/>
            <a:r>
              <a:rPr lang="en-US" dirty="0"/>
              <a:t>Which are more used/important</a:t>
            </a:r>
          </a:p>
          <a:p>
            <a:pPr lvl="1"/>
            <a:endParaRPr lang="en-US" dirty="0"/>
          </a:p>
          <a:p>
            <a:r>
              <a:rPr lang="en-US" dirty="0"/>
              <a:t>Understanding how each data structure works internally is the key!</a:t>
            </a:r>
          </a:p>
          <a:p>
            <a:pPr lvl="1"/>
            <a:r>
              <a:rPr lang="en-US" dirty="0"/>
              <a:t>Know the strengths and weaknesses of each</a:t>
            </a:r>
          </a:p>
          <a:p>
            <a:pPr lvl="1"/>
            <a:r>
              <a:rPr lang="en-US" dirty="0"/>
              <a:t>The best way to learn is to write the code and play with it!</a:t>
            </a:r>
            <a:endParaRPr lang="en-CA" dirty="0"/>
          </a:p>
        </p:txBody>
      </p:sp>
    </p:spTree>
    <p:extLst>
      <p:ext uri="{BB962C8B-B14F-4D97-AF65-F5344CB8AC3E}">
        <p14:creationId xmlns:p14="http://schemas.microsoft.com/office/powerpoint/2010/main" val="38731068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825F0-2215-4FF4-937D-3386D2BCCBF8}"/>
              </a:ext>
            </a:extLst>
          </p:cNvPr>
          <p:cNvSpPr>
            <a:spLocks noGrp="1"/>
          </p:cNvSpPr>
          <p:nvPr>
            <p:ph type="title"/>
          </p:nvPr>
        </p:nvSpPr>
        <p:spPr/>
        <p:txBody>
          <a:bodyPr/>
          <a:lstStyle/>
          <a:p>
            <a:r>
              <a:rPr lang="en-US" dirty="0" err="1"/>
              <a:t>ListADT</a:t>
            </a:r>
            <a:r>
              <a:rPr lang="en-US" dirty="0"/>
              <a:t> and Iterator Interfaces</a:t>
            </a:r>
            <a:endParaRPr lang="en-CA" dirty="0"/>
          </a:p>
        </p:txBody>
      </p:sp>
      <p:sp>
        <p:nvSpPr>
          <p:cNvPr id="4" name="Content Placeholder 3">
            <a:extLst>
              <a:ext uri="{FF2B5EF4-FFF2-40B4-BE49-F238E27FC236}">
                <a16:creationId xmlns:a16="http://schemas.microsoft.com/office/drawing/2014/main" id="{111838F2-7936-FDC5-F431-F68912547F79}"/>
              </a:ext>
            </a:extLst>
          </p:cNvPr>
          <p:cNvSpPr>
            <a:spLocks noGrp="1"/>
          </p:cNvSpPr>
          <p:nvPr>
            <p:ph idx="1"/>
          </p:nvPr>
        </p:nvSpPr>
        <p:spPr>
          <a:xfrm>
            <a:off x="838200" y="1682753"/>
            <a:ext cx="10515600" cy="4351338"/>
          </a:xfrm>
        </p:spPr>
        <p:txBody>
          <a:bodyPr>
            <a:normAutofit lnSpcReduction="10000"/>
          </a:bodyPr>
          <a:lstStyle/>
          <a:p>
            <a:r>
              <a:rPr lang="en-US" dirty="0"/>
              <a:t>The 2 interfaces used in SLL</a:t>
            </a:r>
          </a:p>
          <a:p>
            <a:pPr lvl="1"/>
            <a:r>
              <a:rPr lang="en-US" dirty="0"/>
              <a:t>Same interfaces you’ll use in assignment 2!</a:t>
            </a:r>
          </a:p>
          <a:p>
            <a:pPr lvl="4"/>
            <a:endParaRPr lang="en-US" dirty="0"/>
          </a:p>
          <a:p>
            <a:r>
              <a:rPr lang="en-US" dirty="0"/>
              <a:t>Similar to the List interface and Iterator interface in the Java library</a:t>
            </a:r>
          </a:p>
          <a:p>
            <a:pPr lvl="1"/>
            <a:r>
              <a:rPr lang="en-US" dirty="0"/>
              <a:t>Less methods!</a:t>
            </a:r>
          </a:p>
          <a:p>
            <a:pPr lvl="4"/>
            <a:endParaRPr lang="en-US" dirty="0"/>
          </a:p>
          <a:p>
            <a:r>
              <a:rPr lang="en-US" dirty="0"/>
              <a:t>The List interface is the ADT for many Java classes</a:t>
            </a:r>
          </a:p>
          <a:p>
            <a:pPr lvl="1"/>
            <a:r>
              <a:rPr lang="en-US" dirty="0"/>
              <a:t>Various implementations of the same contract</a:t>
            </a:r>
          </a:p>
          <a:p>
            <a:pPr lvl="5"/>
            <a:endParaRPr lang="en-US" dirty="0"/>
          </a:p>
          <a:p>
            <a:r>
              <a:rPr lang="en-US" dirty="0"/>
              <a:t>What is the Iterator?</a:t>
            </a:r>
          </a:p>
        </p:txBody>
      </p:sp>
    </p:spTree>
    <p:extLst>
      <p:ext uri="{BB962C8B-B14F-4D97-AF65-F5344CB8AC3E}">
        <p14:creationId xmlns:p14="http://schemas.microsoft.com/office/powerpoint/2010/main" val="23934831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1D8C0-829C-4543-8791-98B447F4E5DF}"/>
              </a:ext>
            </a:extLst>
          </p:cNvPr>
          <p:cNvSpPr>
            <a:spLocks noGrp="1"/>
          </p:cNvSpPr>
          <p:nvPr>
            <p:ph type="title"/>
          </p:nvPr>
        </p:nvSpPr>
        <p:spPr/>
        <p:txBody>
          <a:bodyPr/>
          <a:lstStyle/>
          <a:p>
            <a:r>
              <a:rPr lang="en-US" dirty="0"/>
              <a:t>Traversing vs. Iterating</a:t>
            </a:r>
            <a:endParaRPr lang="en-CA" dirty="0"/>
          </a:p>
        </p:txBody>
      </p:sp>
      <p:sp>
        <p:nvSpPr>
          <p:cNvPr id="3" name="Content Placeholder 2">
            <a:extLst>
              <a:ext uri="{FF2B5EF4-FFF2-40B4-BE49-F238E27FC236}">
                <a16:creationId xmlns:a16="http://schemas.microsoft.com/office/drawing/2014/main" id="{C1788C55-93B2-4CD3-9152-77F699ABA773}"/>
              </a:ext>
            </a:extLst>
          </p:cNvPr>
          <p:cNvSpPr>
            <a:spLocks noGrp="1"/>
          </p:cNvSpPr>
          <p:nvPr>
            <p:ph idx="1"/>
          </p:nvPr>
        </p:nvSpPr>
        <p:spPr/>
        <p:txBody>
          <a:bodyPr/>
          <a:lstStyle/>
          <a:p>
            <a:r>
              <a:rPr lang="en-US" dirty="0"/>
              <a:t>With any data structure, we must have the ability to traverse the collection of data</a:t>
            </a:r>
          </a:p>
          <a:p>
            <a:pPr lvl="1"/>
            <a:r>
              <a:rPr lang="en-US" dirty="0"/>
              <a:t>For insertion, deletion, searching and sorting</a:t>
            </a:r>
          </a:p>
          <a:p>
            <a:pPr lvl="1"/>
            <a:endParaRPr lang="en-US" dirty="0"/>
          </a:p>
          <a:p>
            <a:r>
              <a:rPr lang="en-US" dirty="0"/>
              <a:t>Traversal: perform a complete walkthrough, one element at a time</a:t>
            </a:r>
          </a:p>
          <a:p>
            <a:r>
              <a:rPr lang="en-US" dirty="0"/>
              <a:t>Iteration: traversing the data structure to visit each element exactly once in a specific order</a:t>
            </a:r>
          </a:p>
          <a:p>
            <a:pPr lvl="1"/>
            <a:endParaRPr lang="en-CA" dirty="0"/>
          </a:p>
          <a:p>
            <a:r>
              <a:rPr lang="en-CA" dirty="0"/>
              <a:t>Note: no difference in a linear DS</a:t>
            </a:r>
          </a:p>
        </p:txBody>
      </p:sp>
    </p:spTree>
    <p:extLst>
      <p:ext uri="{BB962C8B-B14F-4D97-AF65-F5344CB8AC3E}">
        <p14:creationId xmlns:p14="http://schemas.microsoft.com/office/powerpoint/2010/main" val="2959170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FBDE1-6BE4-4A89-B99D-B7F083E2555D}"/>
              </a:ext>
            </a:extLst>
          </p:cNvPr>
          <p:cNvSpPr>
            <a:spLocks noGrp="1"/>
          </p:cNvSpPr>
          <p:nvPr>
            <p:ph type="title"/>
          </p:nvPr>
        </p:nvSpPr>
        <p:spPr/>
        <p:txBody>
          <a:bodyPr/>
          <a:lstStyle/>
          <a:p>
            <a:r>
              <a:rPr lang="en-US" dirty="0"/>
              <a:t>Iterators</a:t>
            </a:r>
            <a:endParaRPr lang="en-CA" dirty="0"/>
          </a:p>
        </p:txBody>
      </p:sp>
      <p:sp>
        <p:nvSpPr>
          <p:cNvPr id="3" name="Content Placeholder 2">
            <a:extLst>
              <a:ext uri="{FF2B5EF4-FFF2-40B4-BE49-F238E27FC236}">
                <a16:creationId xmlns:a16="http://schemas.microsoft.com/office/drawing/2014/main" id="{2E3A7294-A90E-4D5E-BC84-F17A7F7E0161}"/>
              </a:ext>
            </a:extLst>
          </p:cNvPr>
          <p:cNvSpPr>
            <a:spLocks noGrp="1"/>
          </p:cNvSpPr>
          <p:nvPr>
            <p:ph idx="1"/>
          </p:nvPr>
        </p:nvSpPr>
        <p:spPr/>
        <p:txBody>
          <a:bodyPr/>
          <a:lstStyle/>
          <a:p>
            <a:r>
              <a:rPr lang="en-US" dirty="0"/>
              <a:t>Arrays</a:t>
            </a:r>
          </a:p>
          <a:p>
            <a:pPr lvl="1"/>
            <a:r>
              <a:rPr lang="en-US" dirty="0"/>
              <a:t>Using the index, we can loop through every element</a:t>
            </a:r>
          </a:p>
          <a:p>
            <a:pPr marL="457200" lvl="1" indent="0">
              <a:buNone/>
            </a:pPr>
            <a:r>
              <a:rPr lang="en-US" dirty="0"/>
              <a:t>	</a:t>
            </a:r>
          </a:p>
          <a:p>
            <a:pPr marL="457200" lvl="1" indent="0">
              <a:buNone/>
            </a:pPr>
            <a:r>
              <a:rPr lang="en-US" dirty="0">
                <a:latin typeface="Courier New" panose="02070309020205020404" pitchFamily="49" charset="0"/>
                <a:cs typeface="Courier New" panose="02070309020205020404" pitchFamily="49" charset="0"/>
              </a:rPr>
              <a:t>	for( int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0;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&lt; n;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a:t>
            </a:r>
          </a:p>
          <a:p>
            <a:pPr marL="457200" lvl="1" indent="0">
              <a:buNone/>
            </a:pPr>
            <a:endParaRPr lang="en-US" dirty="0">
              <a:latin typeface="Courier New" panose="02070309020205020404" pitchFamily="49" charset="0"/>
              <a:cs typeface="Courier New" panose="02070309020205020404" pitchFamily="49" charset="0"/>
            </a:endParaRPr>
          </a:p>
          <a:p>
            <a:r>
              <a:rPr lang="en-US" dirty="0"/>
              <a:t>Linked Lists</a:t>
            </a:r>
          </a:p>
          <a:p>
            <a:pPr lvl="1"/>
            <a:r>
              <a:rPr lang="en-CA" dirty="0"/>
              <a:t>Following the links, we can access each element in order</a:t>
            </a:r>
          </a:p>
          <a:p>
            <a:pPr marL="457200" lvl="1" indent="0">
              <a:buNone/>
            </a:pPr>
            <a:endParaRPr lang="en-CA" dirty="0"/>
          </a:p>
          <a:p>
            <a:pPr marL="457200" lvl="1" indent="0">
              <a:buNone/>
            </a:pPr>
            <a:r>
              <a:rPr lang="en-CA" dirty="0">
                <a:latin typeface="Courier New" panose="02070309020205020404" pitchFamily="49" charset="0"/>
                <a:cs typeface="Courier New" panose="02070309020205020404" pitchFamily="49" charset="0"/>
              </a:rPr>
              <a:t>	while( </a:t>
            </a:r>
            <a:r>
              <a:rPr lang="en-CA" dirty="0" err="1">
                <a:latin typeface="Courier New" panose="02070309020205020404" pitchFamily="49" charset="0"/>
                <a:cs typeface="Courier New" panose="02070309020205020404" pitchFamily="49" charset="0"/>
              </a:rPr>
              <a:t>curr.hasNext</a:t>
            </a:r>
            <a:r>
              <a:rPr lang="en-CA" dirty="0">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2836825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8E04B-06BD-4B13-9E54-8A3B9BD93546}"/>
              </a:ext>
            </a:extLst>
          </p:cNvPr>
          <p:cNvSpPr>
            <a:spLocks noGrp="1"/>
          </p:cNvSpPr>
          <p:nvPr>
            <p:ph type="title"/>
          </p:nvPr>
        </p:nvSpPr>
        <p:spPr/>
        <p:txBody>
          <a:bodyPr/>
          <a:lstStyle/>
          <a:p>
            <a:r>
              <a:rPr lang="en-US" dirty="0"/>
              <a:t>The Iterator Design Pattern</a:t>
            </a:r>
            <a:endParaRPr lang="en-CA" dirty="0"/>
          </a:p>
        </p:txBody>
      </p:sp>
      <p:sp>
        <p:nvSpPr>
          <p:cNvPr id="3" name="Content Placeholder 2">
            <a:extLst>
              <a:ext uri="{FF2B5EF4-FFF2-40B4-BE49-F238E27FC236}">
                <a16:creationId xmlns:a16="http://schemas.microsoft.com/office/drawing/2014/main" id="{644B3CBA-9A22-4532-AA59-E1C1CF07CEED}"/>
              </a:ext>
            </a:extLst>
          </p:cNvPr>
          <p:cNvSpPr>
            <a:spLocks noGrp="1"/>
          </p:cNvSpPr>
          <p:nvPr>
            <p:ph idx="1"/>
          </p:nvPr>
        </p:nvSpPr>
        <p:spPr/>
        <p:txBody>
          <a:bodyPr>
            <a:normAutofit/>
          </a:bodyPr>
          <a:lstStyle/>
          <a:p>
            <a:r>
              <a:rPr lang="en-US" dirty="0"/>
              <a:t>Abstraction for traversing the collection of data in a specific order, one element at a time</a:t>
            </a:r>
          </a:p>
          <a:p>
            <a:pPr lvl="1"/>
            <a:r>
              <a:rPr lang="en-US" dirty="0"/>
              <a:t>Provides a uniform access of all elements, independent of the underlying data structure</a:t>
            </a:r>
          </a:p>
          <a:p>
            <a:pPr lvl="5"/>
            <a:endParaRPr lang="en-US" dirty="0"/>
          </a:p>
          <a:p>
            <a:r>
              <a:rPr lang="en-US" dirty="0"/>
              <a:t>Implemented as an inner class</a:t>
            </a:r>
          </a:p>
          <a:p>
            <a:pPr lvl="1"/>
            <a:r>
              <a:rPr lang="en-US" dirty="0"/>
              <a:t>Must be “safe”!</a:t>
            </a:r>
          </a:p>
          <a:p>
            <a:pPr lvl="2"/>
            <a:r>
              <a:rPr lang="en-US" dirty="0"/>
              <a:t>Implementations will create every instance of the iterator as a copy (snapshot) of the data structure</a:t>
            </a:r>
          </a:p>
          <a:p>
            <a:pPr lvl="1"/>
            <a:r>
              <a:rPr lang="en-US" dirty="0"/>
              <a:t>Linked lists are converted to arrays for easy and fast access</a:t>
            </a:r>
          </a:p>
          <a:p>
            <a:pPr lvl="2"/>
            <a:r>
              <a:rPr lang="en-US" dirty="0"/>
              <a:t>Arrays are always faster access due to computer architecture</a:t>
            </a:r>
          </a:p>
        </p:txBody>
      </p:sp>
    </p:spTree>
    <p:extLst>
      <p:ext uri="{BB962C8B-B14F-4D97-AF65-F5344CB8AC3E}">
        <p14:creationId xmlns:p14="http://schemas.microsoft.com/office/powerpoint/2010/main" val="3901758712"/>
      </p:ext>
    </p:extLst>
  </p:cSld>
  <p:clrMapOvr>
    <a:masterClrMapping/>
  </p:clrMapOvr>
</p:sld>
</file>

<file path=ppt/theme/theme1.xml><?xml version="1.0" encoding="utf-8"?>
<a:theme xmlns:a="http://schemas.openxmlformats.org/drawingml/2006/main" name="Office Theme">
  <a:themeElements>
    <a:clrScheme name="SAIT Colours">
      <a:dk1>
        <a:srgbClr val="000000"/>
      </a:dk1>
      <a:lt1>
        <a:srgbClr val="FFFFFF"/>
      </a:lt1>
      <a:dk2>
        <a:srgbClr val="44546A"/>
      </a:dk2>
      <a:lt2>
        <a:srgbClr val="E7E6E6"/>
      </a:lt2>
      <a:accent1>
        <a:srgbClr val="DA291C"/>
      </a:accent1>
      <a:accent2>
        <a:srgbClr val="A6192E"/>
      </a:accent2>
      <a:accent3>
        <a:srgbClr val="00A3E0"/>
      </a:accent3>
      <a:accent4>
        <a:srgbClr val="005EB8"/>
      </a:accent4>
      <a:accent5>
        <a:srgbClr val="6D2077"/>
      </a:accent5>
      <a:accent6>
        <a:srgbClr val="222222"/>
      </a:accent6>
      <a:hlink>
        <a:srgbClr val="515151"/>
      </a:hlink>
      <a:folHlink>
        <a:srgbClr val="919191"/>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AIT_PPT_Colour_16x9_Template" id="{9343D8A7-6800-F640-AE70-45A3E4AC5BF3}" vid="{216E120B-4FD9-D941-8FC7-0244918ABF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16510</TotalTime>
  <Words>2776</Words>
  <Application>Microsoft Office PowerPoint</Application>
  <PresentationFormat>Widescreen</PresentationFormat>
  <Paragraphs>340</Paragraphs>
  <Slides>28</Slides>
  <Notes>28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Arial</vt:lpstr>
      <vt:lpstr>Calibri</vt:lpstr>
      <vt:lpstr>Courier New</vt:lpstr>
      <vt:lpstr>Futura LtCn BT</vt:lpstr>
      <vt:lpstr>Tahoma</vt:lpstr>
      <vt:lpstr>Times New Roman</vt:lpstr>
      <vt:lpstr>Verdana</vt:lpstr>
      <vt:lpstr>Office Theme</vt:lpstr>
      <vt:lpstr>Linear ADTs</vt:lpstr>
      <vt:lpstr>Types of ADTs</vt:lpstr>
      <vt:lpstr>Definition</vt:lpstr>
      <vt:lpstr>Lists</vt:lpstr>
      <vt:lpstr>List Operations</vt:lpstr>
      <vt:lpstr>Implementing Linear ADTs</vt:lpstr>
      <vt:lpstr>Definition</vt:lpstr>
      <vt:lpstr>Linked Lists Concepts</vt:lpstr>
      <vt:lpstr>Manipulating Linked Lists</vt:lpstr>
      <vt:lpstr>Singly-Linked Lists (SLL)</vt:lpstr>
      <vt:lpstr>SLLNode for Strings</vt:lpstr>
      <vt:lpstr>SLL of SLLNode for Strings</vt:lpstr>
      <vt:lpstr>Insertion to SLL  add(String), add(index, String)</vt:lpstr>
      <vt:lpstr>Deletion from SLL  remove(String), remove(index)</vt:lpstr>
      <vt:lpstr>Sorting using SLL</vt:lpstr>
      <vt:lpstr>Doubly-Linked Lists (DLL)</vt:lpstr>
      <vt:lpstr>DLLNode for Strings</vt:lpstr>
      <vt:lpstr>DLL of DLLNode for Strings</vt:lpstr>
      <vt:lpstr>Insertion to DLL  add(String), add(index, String)</vt:lpstr>
      <vt:lpstr>Deletion from DLL  remove(String), remove(index)</vt:lpstr>
      <vt:lpstr>Sorting using DLL</vt:lpstr>
      <vt:lpstr>Arrays vs. Linked Lists</vt:lpstr>
      <vt:lpstr>Java Lists</vt:lpstr>
      <vt:lpstr>Which is better?</vt:lpstr>
      <vt:lpstr>ListADT and Iterator Interfaces</vt:lpstr>
      <vt:lpstr>Traversing vs. Iterating</vt:lpstr>
      <vt:lpstr>Iterators</vt:lpstr>
      <vt:lpstr>The Iterator Design Pattern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Kitty Wong</dc:creator>
  <cp:lastModifiedBy>Kitty Wong</cp:lastModifiedBy>
  <cp:revision>182</cp:revision>
  <dcterms:created xsi:type="dcterms:W3CDTF">2016-04-05T14:17:30Z</dcterms:created>
  <dcterms:modified xsi:type="dcterms:W3CDTF">2026-06-13T07:25:42Z</dcterms:modified>
</cp:coreProperties>
</file>